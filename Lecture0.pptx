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5"/>
    <p:sldMasterId id="2147484045" r:id="rId6"/>
  </p:sldMasterIdLst>
  <p:notesMasterIdLst>
    <p:notesMasterId r:id="rId20"/>
  </p:notesMasterIdLst>
  <p:handoutMasterIdLst>
    <p:handoutMasterId r:id="rId21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3" r:id="rId13"/>
    <p:sldId id="262" r:id="rId14"/>
    <p:sldId id="266" r:id="rId15"/>
    <p:sldId id="267" r:id="rId16"/>
    <p:sldId id="268" r:id="rId17"/>
    <p:sldId id="264" r:id="rId18"/>
    <p:sldId id="265" r:id="rId19"/>
  </p:sldIdLst>
  <p:sldSz cx="9144000" cy="5143500" type="screen16x9"/>
  <p:notesSz cx="6858000" cy="9144000"/>
  <p:defaultTextStyle>
    <a:defPPr>
      <a:defRPr lang="sv-S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799" userDrawn="1">
          <p15:clr>
            <a:srgbClr val="A4A3A4"/>
          </p15:clr>
        </p15:guide>
        <p15:guide id="2" pos="5556" userDrawn="1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Författare" initials="E" userId="Author" providerId="AD"/>
  <p188:author id="{0BEE737B-B6FB-5453-C9BF-C83110DA718B}" name="Kristina Edgren" initials="KE" userId="S::kristina.edgren@gu.se::2efdad68-a397-4acc-b9fd-d3c1422675f1" providerId="AD"/>
  <p188:author id="{D15237B8-BB87-A9E0-4D3D-94000EC1575C}" name="Sara Sandbacka" initials="SS" userId="S::sara.sandbacka@gu.se::32513573-5f8c-47e9-8544-2e2729956a6b" providerId="AD"/>
  <p188:author id="{288A94D9-18C6-5D4C-1772-963663820823}" name="Pär Johansson" initials="PJ" userId="S::par.johansson.2@gu.se::52922db8-089b-4e91-b24d-bae0367d976a" providerId="AD"/>
  <p188:author id="{3CF227DB-8CCF-CC0D-0B1F-6953F742B762}" name="Karoline Axelson" initials="KA" userId="S::karoline.axelson@gu.se::1c2d68a9-cd54-42ca-b2e9-dce484c86fd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819"/>
    <a:srgbClr val="004B89"/>
    <a:srgbClr val="00396A"/>
    <a:srgbClr val="00325D"/>
    <a:srgbClr val="6F75C0"/>
    <a:srgbClr val="346596"/>
    <a:srgbClr val="4C91CB"/>
    <a:srgbClr val="0064BA"/>
    <a:srgbClr val="001D2E"/>
    <a:srgbClr val="0032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46"/>
    <p:restoredTop sz="75918"/>
  </p:normalViewPr>
  <p:slideViewPr>
    <p:cSldViewPr snapToGrid="0">
      <p:cViewPr varScale="1">
        <p:scale>
          <a:sx n="127" d="100"/>
          <a:sy n="127" d="100"/>
        </p:scale>
        <p:origin x="888" y="152"/>
      </p:cViewPr>
      <p:guideLst>
        <p:guide orient="horz" pos="2799"/>
        <p:guide pos="5556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8F1B7-9674-7B4B-B65F-D26117F5FD28}" type="datetimeFigureOut">
              <a:rPr lang="sv-SE" smtClean="0"/>
              <a:t>2026-01-08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A4B55-9A99-4440-BFDC-0CE552D77BA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196394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33FE497B-861D-AC4B-B4ED-8C94104B2AC0}" type="datetime1">
              <a:rPr lang="sv-SE"/>
              <a:pPr>
                <a:defRPr/>
              </a:pPr>
              <a:t>2026-01-08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sv-SE" noProof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B7A5680B-5CFF-5C46-8A8E-F880F761868B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696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ＭＳ Ｐゴシック" pitchFamily="-65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sida 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665576" y="2104613"/>
            <a:ext cx="7848440" cy="1820588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4800" b="1" i="0" cap="none" baseline="0">
                <a:solidFill>
                  <a:schemeClr val="bg1"/>
                </a:solidFill>
                <a:effectLst/>
                <a:latin typeface="Arial Narrow" panose="020B0606020202030204" pitchFamily="34" charset="0"/>
              </a:defRPr>
            </a:lvl1pPr>
          </a:lstStyle>
          <a:p>
            <a:r>
              <a:rPr lang="en-GB" noProof="0" dirty="0">
                <a:effectLst/>
              </a:rPr>
              <a:t>Add presentation title A </a:t>
            </a:r>
            <a:br>
              <a:rPr lang="en-GB" noProof="0" dirty="0">
                <a:effectLst/>
              </a:rPr>
            </a:br>
            <a:r>
              <a:rPr lang="en-GB" noProof="0" dirty="0">
                <a:effectLst/>
              </a:rPr>
              <a:t>(Dark background)</a:t>
            </a:r>
            <a:endParaRPr lang="sv-SE" noProof="0" dirty="0"/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4000" y="4522457"/>
            <a:ext cx="7920000" cy="162167"/>
          </a:xfrm>
        </p:spPr>
        <p:txBody>
          <a:bodyPr t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cap="all" baseline="0">
                <a:solidFill>
                  <a:schemeClr val="bg1"/>
                </a:solidFill>
                <a:latin typeface="Arial Narrow"/>
              </a:defRPr>
            </a:lvl1pPr>
          </a:lstStyle>
          <a:p>
            <a:pPr lvl="0"/>
            <a:r>
              <a:rPr lang="en-GB" noProof="0" dirty="0"/>
              <a:t>Click to add name and title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2512509-058E-6340-B5DB-19C76E71D8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A64EDAC-536C-2849-AA01-14D646C9D2BB}" type="datetime1">
              <a:rPr lang="sv-SE" smtClean="0"/>
              <a:t>2026-01-08</a:t>
            </a:fld>
            <a:endParaRPr lang="sv-SE"/>
          </a:p>
        </p:txBody>
      </p:sp>
      <p:sp>
        <p:nvSpPr>
          <p:cNvPr id="24" name="Platshållare för bildnummer 23">
            <a:extLst>
              <a:ext uri="{FF2B5EF4-FFF2-40B4-BE49-F238E27FC236}">
                <a16:creationId xmlns:a16="http://schemas.microsoft.com/office/drawing/2014/main" id="{A73E69F8-58B5-6C47-87E6-F293CD36E99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4" name="Platshållare för text 5">
            <a:extLst>
              <a:ext uri="{FF2B5EF4-FFF2-40B4-BE49-F238E27FC236}">
                <a16:creationId xmlns:a16="http://schemas.microsoft.com/office/drawing/2014/main" id="{00B8FD19-AE84-1E42-E5BB-9D5366402E6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4000" y="-4763"/>
            <a:ext cx="858601" cy="871582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400">
                <a:solidFill>
                  <a:srgbClr val="004B89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D2BDFD4-09CC-3148-28AF-E955384F308C}"/>
              </a:ext>
            </a:extLst>
          </p:cNvPr>
          <p:cNvSpPr txBox="1">
            <a:spLocks/>
          </p:cNvSpPr>
          <p:nvPr userDrawn="1"/>
        </p:nvSpPr>
        <p:spPr>
          <a:xfrm>
            <a:off x="672778" y="4955257"/>
            <a:ext cx="1810990" cy="17452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sv-SE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sv-SE" sz="900" b="0" i="0" kern="1200" cap="none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 sz="700" b="1" spc="50" baseline="0" dirty="0">
                <a:solidFill>
                  <a:schemeClr val="bg1">
                    <a:lumMod val="75000"/>
                  </a:schemeClr>
                </a:solidFill>
              </a:rPr>
              <a:t>UNIVERSITY OF GOTHENBURG</a:t>
            </a:r>
          </a:p>
        </p:txBody>
      </p:sp>
      <p:sp>
        <p:nvSpPr>
          <p:cNvPr id="3" name="Platshållare för sidfot 5">
            <a:extLst>
              <a:ext uri="{FF2B5EF4-FFF2-40B4-BE49-F238E27FC236}">
                <a16:creationId xmlns:a16="http://schemas.microsoft.com/office/drawing/2014/main" id="{69946C62-0086-5F56-AAFD-CEFB2BD37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4200437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sida B sto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8">
            <a:extLst>
              <a:ext uri="{FF2B5EF4-FFF2-40B4-BE49-F238E27FC236}">
                <a16:creationId xmlns:a16="http://schemas.microsoft.com/office/drawing/2014/main" id="{93CD6CF4-A6B3-26E8-FCEB-0276F7B3446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55967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t" anchorCtr="0">
            <a:normAutofit/>
          </a:bodyPr>
          <a:lstStyle>
            <a:lvl1pPr marL="180000" indent="-180000" algn="r">
              <a:buNone/>
              <a:defRPr lang="sv-SE" sz="1600" noProof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dirty="0"/>
              <a:t>Klicka på ikonen</a:t>
            </a:r>
            <a:br>
              <a:rPr lang="sv-SE" noProof="0" dirty="0"/>
            </a:br>
            <a:r>
              <a:rPr lang="sv-SE" noProof="0" dirty="0"/>
              <a:t>för att lägga till en bild</a:t>
            </a:r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4000" y="4311586"/>
            <a:ext cx="7920000" cy="162167"/>
          </a:xfrm>
        </p:spPr>
        <p:txBody>
          <a:bodyPr t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cap="all" baseline="0">
                <a:latin typeface="Arial Narrow"/>
              </a:defRPr>
            </a:lvl1pPr>
          </a:lstStyle>
          <a:p>
            <a:pPr lvl="0"/>
            <a:r>
              <a:rPr lang="en-GB" noProof="0" dirty="0"/>
              <a:t>Click to add name and title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130A7BD-8EF0-EA42-ADB1-99B7EEBF735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B9F61CD-D070-144B-A9B0-B0491685806D}" type="datetime1">
              <a:rPr lang="sv-SE" smtClean="0"/>
              <a:t>2026-01-08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1DF5C71-CF7A-6547-849A-3312BE09B78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82D57D49-1552-B7E5-F2F6-E9158BD999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4000" y="2985249"/>
            <a:ext cx="7848440" cy="857250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4800" b="1" i="0" cap="none" baseline="0">
                <a:solidFill>
                  <a:schemeClr val="bg1"/>
                </a:solidFill>
                <a:effectLst>
                  <a:outerShdw blurRad="104959" algn="ctr" rotWithShape="0">
                    <a:prstClr val="black">
                      <a:alpha val="19181"/>
                    </a:prstClr>
                  </a:outerShdw>
                </a:effectLst>
                <a:latin typeface="Arial Narrow" panose="020B0606020202030204" pitchFamily="34" charset="0"/>
              </a:defRPr>
            </a:lvl1pPr>
          </a:lstStyle>
          <a:p>
            <a:r>
              <a:rPr lang="en-GB" noProof="0" dirty="0">
                <a:effectLst/>
              </a:rPr>
              <a:t>Add presentation title B</a:t>
            </a:r>
            <a:br>
              <a:rPr lang="en-GB" noProof="0" dirty="0"/>
            </a:br>
            <a:r>
              <a:rPr lang="en-GB" noProof="0" dirty="0"/>
              <a:t>(IMAGE)</a:t>
            </a:r>
          </a:p>
        </p:txBody>
      </p:sp>
      <p:sp>
        <p:nvSpPr>
          <p:cNvPr id="7" name="Platshållare för text 5">
            <a:extLst>
              <a:ext uri="{FF2B5EF4-FFF2-40B4-BE49-F238E27FC236}">
                <a16:creationId xmlns:a16="http://schemas.microsoft.com/office/drawing/2014/main" id="{7CC9E116-399B-5508-5698-C513319348A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4000" y="-4763"/>
            <a:ext cx="858601" cy="871582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400">
                <a:solidFill>
                  <a:srgbClr val="004B89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Platshållare för sidfot 5">
            <a:extLst>
              <a:ext uri="{FF2B5EF4-FFF2-40B4-BE49-F238E27FC236}">
                <a16:creationId xmlns:a16="http://schemas.microsoft.com/office/drawing/2014/main" id="{92477408-9842-B012-5300-ACC78750C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86163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sida C tonad platta på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bild 8">
            <a:extLst>
              <a:ext uri="{FF2B5EF4-FFF2-40B4-BE49-F238E27FC236}">
                <a16:creationId xmlns:a16="http://schemas.microsoft.com/office/drawing/2014/main" id="{530710CB-55EA-A773-9EC8-2E6B9E086DD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76275" y="-4763"/>
            <a:ext cx="8467725" cy="4880769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r" defTabSz="457200" rtl="0" eaLnBrk="1" fontAlgn="base" latinLnBrk="0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br>
              <a:rPr lang="en-GB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</a:t>
            </a:r>
            <a:br>
              <a:rPr lang="sv-SE" dirty="0"/>
            </a:br>
            <a:r>
              <a:rPr lang="sv-SE" dirty="0"/>
              <a:t>the image </a:t>
            </a:r>
            <a:r>
              <a:rPr lang="sv-SE" dirty="0" err="1"/>
              <a:t>here</a:t>
            </a:r>
            <a:r>
              <a:rPr lang="sv-SE" dirty="0"/>
              <a:t> </a:t>
            </a:r>
            <a:br>
              <a:rPr lang="sv-SE" dirty="0"/>
            </a:br>
            <a:r>
              <a:rPr lang="sv-SE" dirty="0"/>
              <a:t>on the </a:t>
            </a:r>
            <a:r>
              <a:rPr lang="sv-SE" dirty="0" err="1"/>
              <a:t>grey</a:t>
            </a:r>
            <a:r>
              <a:rPr lang="sv-SE" dirty="0"/>
              <a:t> area</a:t>
            </a:r>
          </a:p>
          <a:p>
            <a:endParaRPr lang="en-GB" dirty="0"/>
          </a:p>
        </p:txBody>
      </p:sp>
      <p:sp>
        <p:nvSpPr>
          <p:cNvPr id="8" name="Platshållare för text 25">
            <a:extLst>
              <a:ext uri="{FF2B5EF4-FFF2-40B4-BE49-F238E27FC236}">
                <a16:creationId xmlns:a16="http://schemas.microsoft.com/office/drawing/2014/main" id="{3E041D81-4AFF-1A6C-4C5E-56CDACC08B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0"/>
            <a:ext cx="6582335" cy="4876006"/>
          </a:xfrm>
          <a:gradFill>
            <a:gsLst>
              <a:gs pos="100000">
                <a:srgbClr val="080717"/>
              </a:gs>
              <a:gs pos="50000">
                <a:schemeClr val="accent2">
                  <a:lumMod val="50000"/>
                </a:schemeClr>
              </a:gs>
              <a:gs pos="5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10800000" scaled="0"/>
          </a:gradFill>
        </p:spPr>
        <p:txBody>
          <a:bodyPr vert="horz" wrap="none" lIns="0" tIns="180000" rIns="720000" bIns="18000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sv-SE" sz="4000" b="1" i="0" dirty="0">
                <a:solidFill>
                  <a:srgbClr val="090819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marL="180000" lvl="0" indent="-180000"/>
            <a:r>
              <a:rPr lang="en-GB" dirty="0"/>
              <a:t> </a:t>
            </a:r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4000" y="4311586"/>
            <a:ext cx="7920000" cy="162167"/>
          </a:xfrm>
        </p:spPr>
        <p:txBody>
          <a:bodyPr t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cap="all" baseline="0">
                <a:latin typeface="Arial Narrow"/>
              </a:defRPr>
            </a:lvl1pPr>
          </a:lstStyle>
          <a:p>
            <a:pPr lvl="0"/>
            <a:r>
              <a:rPr lang="en-GB" noProof="0" dirty="0"/>
              <a:t>Click to add name and title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130A7BD-8EF0-EA42-ADB1-99B7EEBF735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790749C-268F-5B49-B84C-9700E29D6312}" type="datetime1">
              <a:rPr lang="en-GB" smtClean="0"/>
              <a:t>08/01/2026</a:t>
            </a:fld>
            <a:endParaRPr lang="en-GB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1DF5C71-CF7A-6547-849A-3312BE09B78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82D57D49-1552-B7E5-F2F6-E9158BD999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8280" y="1938841"/>
            <a:ext cx="7848440" cy="1893373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4800" b="1" i="0" cap="none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GB" noProof="0" dirty="0">
                <a:effectLst/>
              </a:rPr>
              <a:t>Add presentation title C</a:t>
            </a:r>
            <a:br>
              <a:rPr lang="en-GB" noProof="0" dirty="0"/>
            </a:br>
            <a:r>
              <a:rPr lang="en-GB" noProof="0" dirty="0"/>
              <a:t>(Gradient dark plate on IMAGE)</a:t>
            </a:r>
          </a:p>
        </p:txBody>
      </p:sp>
      <p:sp>
        <p:nvSpPr>
          <p:cNvPr id="12" name="Platshållare för text 5">
            <a:extLst>
              <a:ext uri="{FF2B5EF4-FFF2-40B4-BE49-F238E27FC236}">
                <a16:creationId xmlns:a16="http://schemas.microsoft.com/office/drawing/2014/main" id="{0DF4F5D5-81BB-7A33-5223-173E5859642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4000" y="-4763"/>
            <a:ext cx="858601" cy="871582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400">
                <a:solidFill>
                  <a:srgbClr val="004B89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Platshållare för sidfot 5">
            <a:extLst>
              <a:ext uri="{FF2B5EF4-FFF2-40B4-BE49-F238E27FC236}">
                <a16:creationId xmlns:a16="http://schemas.microsoft.com/office/drawing/2014/main" id="{9BF4DFD9-C0D1-7027-B744-3D80A8F9C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203251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 A">
    <p:bg>
      <p:bgPr>
        <a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2CC256A-91C5-5D49-9F38-9D84CA3E7C8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8125BBA-1A33-424D-850B-399FE7F35543}" type="datetime1">
              <a:rPr lang="sv-SE" smtClean="0"/>
              <a:t>2026-01-08</a:t>
            </a:fld>
            <a:endParaRPr lang="sv-SE"/>
          </a:p>
        </p:txBody>
      </p:sp>
      <p:sp>
        <p:nvSpPr>
          <p:cNvPr id="17" name="Platshållare för bildnummer 16">
            <a:extLst>
              <a:ext uri="{FF2B5EF4-FFF2-40B4-BE49-F238E27FC236}">
                <a16:creationId xmlns:a16="http://schemas.microsoft.com/office/drawing/2014/main" id="{144E5D64-BA7D-2D42-884F-C8AE63D88D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1" name="Rubrik 4">
            <a:extLst>
              <a:ext uri="{FF2B5EF4-FFF2-40B4-BE49-F238E27FC236}">
                <a16:creationId xmlns:a16="http://schemas.microsoft.com/office/drawing/2014/main" id="{520BE267-42B3-1340-9ACF-CC68A1C39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07654"/>
            <a:ext cx="8064000" cy="594000"/>
          </a:xfrm>
          <a:effectLst/>
        </p:spPr>
        <p:txBody>
          <a:bodyPr vert="horz" lIns="0" tIns="0" rIns="0" bIns="0" rtlCol="0" anchor="t" anchorCtr="0">
            <a:noAutofit/>
          </a:bodyPr>
          <a:lstStyle>
            <a:lvl1pPr marL="0" marR="0" indent="0" algn="ctr" defTabSz="457200" rtl="0" eaLnBrk="0" fontAlgn="base" latinLnBrk="0" hangingPunct="0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sv-SE" sz="4000" i="0" cap="none" baseline="0">
                <a:solidFill>
                  <a:schemeClr val="bg1">
                    <a:lumMod val="95000"/>
                  </a:schemeClr>
                </a:solidFill>
                <a:effectLst/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New section header</a:t>
            </a:r>
          </a:p>
        </p:txBody>
      </p:sp>
      <p:sp>
        <p:nvSpPr>
          <p:cNvPr id="12" name="Platshållare för text 14">
            <a:extLst>
              <a:ext uri="{FF2B5EF4-FFF2-40B4-BE49-F238E27FC236}">
                <a16:creationId xmlns:a16="http://schemas.microsoft.com/office/drawing/2014/main" id="{71050712-BF84-7C40-B19A-341E7325F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2499742"/>
            <a:ext cx="8064000" cy="914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 i="0">
                <a:solidFill>
                  <a:schemeClr val="bg1">
                    <a:lumMod val="95000"/>
                  </a:schemeClr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GB" noProof="0" dirty="0"/>
              <a:t>Subtitle</a:t>
            </a:r>
          </a:p>
        </p:txBody>
      </p:sp>
      <p:sp>
        <p:nvSpPr>
          <p:cNvPr id="4" name="Platshållare för sidfot 5">
            <a:extLst>
              <a:ext uri="{FF2B5EF4-FFF2-40B4-BE49-F238E27FC236}">
                <a16:creationId xmlns:a16="http://schemas.microsoft.com/office/drawing/2014/main" id="{5D9ECDAB-097A-394E-3F8D-87A8D18F7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03045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vsnitt B Tonad platta på bild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tshållare för bild 8">
            <a:extLst>
              <a:ext uri="{FF2B5EF4-FFF2-40B4-BE49-F238E27FC236}">
                <a16:creationId xmlns:a16="http://schemas.microsoft.com/office/drawing/2014/main" id="{1513AE71-4847-25CA-AAC0-32C483C6A6E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76275" y="-4763"/>
            <a:ext cx="8467725" cy="4880769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</a:t>
            </a:r>
            <a:br>
              <a:rPr lang="sv-SE" dirty="0"/>
            </a:br>
            <a:r>
              <a:rPr lang="sv-SE" dirty="0"/>
              <a:t>the image </a:t>
            </a:r>
            <a:r>
              <a:rPr lang="sv-SE" dirty="0" err="1"/>
              <a:t>here</a:t>
            </a:r>
            <a:r>
              <a:rPr lang="sv-SE" dirty="0"/>
              <a:t> </a:t>
            </a:r>
            <a:br>
              <a:rPr lang="sv-SE" dirty="0"/>
            </a:br>
            <a:r>
              <a:rPr lang="sv-SE" dirty="0"/>
              <a:t>on the </a:t>
            </a:r>
            <a:r>
              <a:rPr lang="sv-SE" dirty="0" err="1"/>
              <a:t>grey</a:t>
            </a:r>
            <a:r>
              <a:rPr lang="sv-SE" dirty="0"/>
              <a:t> area</a:t>
            </a:r>
          </a:p>
        </p:txBody>
      </p:sp>
      <p:sp>
        <p:nvSpPr>
          <p:cNvPr id="8" name="Platshållare för text 25">
            <a:extLst>
              <a:ext uri="{FF2B5EF4-FFF2-40B4-BE49-F238E27FC236}">
                <a16:creationId xmlns:a16="http://schemas.microsoft.com/office/drawing/2014/main" id="{968C2974-A629-8A7F-A098-801F24F625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6582335" cy="4876006"/>
          </a:xfrm>
          <a:gradFill>
            <a:gsLst>
              <a:gs pos="100000">
                <a:srgbClr val="080717"/>
              </a:gs>
              <a:gs pos="50000">
                <a:schemeClr val="accent2">
                  <a:lumMod val="50000"/>
                </a:schemeClr>
              </a:gs>
              <a:gs pos="5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10800000" scaled="0"/>
          </a:gradFill>
        </p:spPr>
        <p:txBody>
          <a:bodyPr vert="horz" wrap="none" lIns="0" tIns="180000" rIns="720000" bIns="18000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sv-SE" sz="4000" b="1" i="0" dirty="0">
                <a:solidFill>
                  <a:srgbClr val="090819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marL="180000" lvl="0" indent="-180000"/>
            <a:r>
              <a:rPr lang="sv-SE" dirty="0"/>
              <a:t> 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D0DDAD0-F41D-1444-B2C2-CB32BB65D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4401" y="4876006"/>
            <a:ext cx="713324" cy="253773"/>
          </a:xfrm>
        </p:spPr>
        <p:txBody>
          <a:bodyPr/>
          <a:lstStyle/>
          <a:p>
            <a:fld id="{40B838CE-AA38-854D-8F87-301986983AB0}" type="datetime1">
              <a:rPr lang="sv-SE" smtClean="0"/>
              <a:t>2026-01-08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BB55E1A-8AB4-0D48-A76F-86492F22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FF85AD27-57A9-0A28-7C6D-7689E8A252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749" y="2003998"/>
            <a:ext cx="5395066" cy="1999263"/>
          </a:xfrm>
        </p:spPr>
        <p:txBody>
          <a:bodyPr anchor="b" anchorCtr="0"/>
          <a:lstStyle>
            <a:lvl1pPr>
              <a:defRPr lang="sv-SE" sz="4000" b="1" i="0" kern="1200" cap="none" baseline="0" smtClean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ＭＳ Ｐゴシック" pitchFamily="-65" charset="-128"/>
                <a:cs typeface="ＭＳ Ｐゴシック" charset="0"/>
              </a:defRPr>
            </a:lvl1pPr>
          </a:lstStyle>
          <a:p>
            <a:pPr lvl="0"/>
            <a:r>
              <a:rPr lang="en-GB" noProof="0" dirty="0">
                <a:effectLst/>
              </a:rPr>
              <a:t>Add presentation title</a:t>
            </a:r>
            <a:br>
              <a:rPr lang="en-GB" noProof="0" dirty="0"/>
            </a:br>
            <a:r>
              <a:rPr lang="en-GB" noProof="0" dirty="0"/>
              <a:t>(Gradient dark plate, left, on IMAGE)</a:t>
            </a:r>
          </a:p>
        </p:txBody>
      </p:sp>
      <p:sp>
        <p:nvSpPr>
          <p:cNvPr id="5" name="Platshållare för sidfot 5">
            <a:extLst>
              <a:ext uri="{FF2B5EF4-FFF2-40B4-BE49-F238E27FC236}">
                <a16:creationId xmlns:a16="http://schemas.microsoft.com/office/drawing/2014/main" id="{97B72403-DE7D-78C4-08FE-39E4008B1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294916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vsnitt C Tonad mörk textplatta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bild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55967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t" anchorCtr="0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/>
              <a:t>Klicka på ikonen för att lägga till en bild</a:t>
            </a:r>
            <a:endParaRPr lang="sv-SE" noProof="0" dirty="0"/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2CC256A-91C5-5D49-9F38-9D84CA3E7C8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754401" y="4876006"/>
            <a:ext cx="716204" cy="253773"/>
          </a:xfrm>
        </p:spPr>
        <p:txBody>
          <a:bodyPr/>
          <a:lstStyle/>
          <a:p>
            <a:fld id="{69590CB0-D311-EE45-A2A4-A07C4CCDD2C4}" type="datetime1">
              <a:rPr lang="sv-SE" smtClean="0"/>
              <a:t>2026-01-08</a:t>
            </a:fld>
            <a:endParaRPr lang="sv-SE"/>
          </a:p>
        </p:txBody>
      </p:sp>
      <p:sp>
        <p:nvSpPr>
          <p:cNvPr id="17" name="Platshållare för bildnummer 16">
            <a:extLst>
              <a:ext uri="{FF2B5EF4-FFF2-40B4-BE49-F238E27FC236}">
                <a16:creationId xmlns:a16="http://schemas.microsoft.com/office/drawing/2014/main" id="{144E5D64-BA7D-2D42-884F-C8AE63D88D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615DF2B7-9A86-164E-E7D4-6DC7D88BF2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7118" y="2731388"/>
            <a:ext cx="7066282" cy="1594622"/>
          </a:xfrm>
          <a:gradFill>
            <a:gsLst>
              <a:gs pos="2000">
                <a:srgbClr val="080717"/>
              </a:gs>
              <a:gs pos="71000">
                <a:schemeClr val="accent2">
                  <a:lumMod val="50000"/>
                </a:schemeClr>
              </a:gs>
              <a:gs pos="97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10800000" scaled="0"/>
          </a:gradFill>
        </p:spPr>
        <p:txBody>
          <a:bodyPr vert="horz" wrap="none" lIns="1404000" tIns="180000" rIns="720000" bIns="180000" rtlCol="0" anchor="ctr">
            <a:spAutoFit/>
          </a:bodyPr>
          <a:lstStyle>
            <a:lvl1pPr algn="r">
              <a:defRPr lang="en-GB" sz="4000" dirty="0" smtClean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marL="180000" lvl="0" indent="-180000"/>
            <a:r>
              <a:rPr lang="en-GB" noProof="0" dirty="0"/>
              <a:t>New section header,</a:t>
            </a:r>
            <a:br>
              <a:rPr lang="en-GB" noProof="0" dirty="0"/>
            </a:br>
            <a:r>
              <a:rPr lang="en-GB" noProof="0" dirty="0"/>
              <a:t>(Gradient dark text box)</a:t>
            </a:r>
          </a:p>
        </p:txBody>
      </p:sp>
      <p:sp>
        <p:nvSpPr>
          <p:cNvPr id="5" name="Platshållare för sidfot 5">
            <a:extLst>
              <a:ext uri="{FF2B5EF4-FFF2-40B4-BE49-F238E27FC236}">
                <a16:creationId xmlns:a16="http://schemas.microsoft.com/office/drawing/2014/main" id="{3A46AAC7-3879-7B31-46F6-60CD373B6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080130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261A4F72-0ADC-154C-B685-D17A84AD1A0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23ABDC5-7DB3-6148-9256-04F8C8994448}" type="datetime1">
              <a:rPr lang="sv-SE" smtClean="0"/>
              <a:t>2026-01-08</a:t>
            </a:fld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758F675D-2A63-4E41-ACC6-FC756694E92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1" y="1440000"/>
            <a:ext cx="6408279" cy="2939990"/>
          </a:xfrm>
        </p:spPr>
        <p:txBody>
          <a:bodyPr>
            <a:normAutofit/>
          </a:bodyPr>
          <a:lstStyle>
            <a:lvl1pPr marL="216000" indent="-216000">
              <a:defRPr lang="sv-SE" smtClean="0">
                <a:effectLst/>
              </a:defRPr>
            </a:lvl1pPr>
            <a:lvl2pPr marL="432000" indent="-216000"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48000" indent="-216000"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4000" indent="-216000"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0000" indent="-216000"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10" name="Rubrik 5">
            <a:extLst>
              <a:ext uri="{FF2B5EF4-FFF2-40B4-BE49-F238E27FC236}">
                <a16:creationId xmlns:a16="http://schemas.microsoft.com/office/drawing/2014/main" id="{B3AB4A1A-A57A-A74C-B584-46E088ED2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7831350" cy="56940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3" name="Platshållare för sidfot 5">
            <a:extLst>
              <a:ext uri="{FF2B5EF4-FFF2-40B4-BE49-F238E27FC236}">
                <a16:creationId xmlns:a16="http://schemas.microsoft.com/office/drawing/2014/main" id="{593B53DF-4F11-3C3C-1B22-3706D1533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36986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sdelar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0" y="1440000"/>
            <a:ext cx="3816000" cy="2939990"/>
          </a:xfrm>
        </p:spPr>
        <p:txBody>
          <a:bodyPr/>
          <a:lstStyle>
            <a:lvl1pPr marL="216000" indent="-216000">
              <a:defRPr sz="1800">
                <a:solidFill>
                  <a:schemeClr val="bg1"/>
                </a:solidFill>
              </a:defRPr>
            </a:lvl1pPr>
            <a:lvl2pPr marL="432000" indent="-216000">
              <a:defRPr sz="1600">
                <a:solidFill>
                  <a:schemeClr val="bg1"/>
                </a:solidFill>
              </a:defRPr>
            </a:lvl2pPr>
            <a:lvl3pPr marL="648000" indent="-216000">
              <a:defRPr sz="1600">
                <a:solidFill>
                  <a:schemeClr val="bg1"/>
                </a:solidFill>
              </a:defRPr>
            </a:lvl3pPr>
            <a:lvl4pPr marL="864000" indent="-216000">
              <a:defRPr sz="1600">
                <a:solidFill>
                  <a:schemeClr val="bg1"/>
                </a:solidFill>
              </a:defRPr>
            </a:lvl4pPr>
            <a:lvl5pPr marL="1080000" indent="-216000">
              <a:defRPr sz="1600">
                <a:solidFill>
                  <a:schemeClr val="bg1"/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8" name="Platshållare för innehåll 3"/>
          <p:cNvSpPr>
            <a:spLocks noGrp="1"/>
          </p:cNvSpPr>
          <p:nvPr>
            <p:ph sz="quarter" idx="13" hasCustomPrompt="1"/>
          </p:nvPr>
        </p:nvSpPr>
        <p:spPr>
          <a:xfrm>
            <a:off x="4716016" y="1440000"/>
            <a:ext cx="3816000" cy="2939990"/>
          </a:xfrm>
        </p:spPr>
        <p:txBody>
          <a:bodyPr/>
          <a:lstStyle>
            <a:lvl1pPr marL="216000" indent="-216000">
              <a:defRPr sz="1800">
                <a:solidFill>
                  <a:schemeClr val="bg1"/>
                </a:solidFill>
              </a:defRPr>
            </a:lvl1pPr>
            <a:lvl2pPr marL="432000" indent="-216000">
              <a:defRPr sz="1600">
                <a:solidFill>
                  <a:schemeClr val="bg1"/>
                </a:solidFill>
              </a:defRPr>
            </a:lvl2pPr>
            <a:lvl3pPr marL="648000" indent="-216000">
              <a:defRPr sz="1600">
                <a:solidFill>
                  <a:schemeClr val="bg1"/>
                </a:solidFill>
              </a:defRPr>
            </a:lvl3pPr>
            <a:lvl4pPr marL="864000" indent="-216000">
              <a:defRPr sz="1600">
                <a:solidFill>
                  <a:schemeClr val="bg1"/>
                </a:solidFill>
              </a:defRPr>
            </a:lvl4pPr>
            <a:lvl5pPr marL="1080000" indent="-216000">
              <a:defRPr sz="1600">
                <a:solidFill>
                  <a:schemeClr val="bg1"/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611A8AC-4C13-B14F-B14C-5BB47D5CB15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4C62DA2-9266-1E47-803D-608D6A00DCEC}" type="datetime1">
              <a:rPr lang="sv-SE" smtClean="0"/>
              <a:t>2026-01-08</a:t>
            </a:fld>
            <a:endParaRPr lang="sv-SE"/>
          </a:p>
        </p:txBody>
      </p:sp>
      <p:sp>
        <p:nvSpPr>
          <p:cNvPr id="21" name="Platshållare för bildnummer 20">
            <a:extLst>
              <a:ext uri="{FF2B5EF4-FFF2-40B4-BE49-F238E27FC236}">
                <a16:creationId xmlns:a16="http://schemas.microsoft.com/office/drawing/2014/main" id="{706E54E7-61AA-0F47-A71D-70884C2945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9" name="Rubrik 5">
            <a:extLst>
              <a:ext uri="{FF2B5EF4-FFF2-40B4-BE49-F238E27FC236}">
                <a16:creationId xmlns:a16="http://schemas.microsoft.com/office/drawing/2014/main" id="{E9A697CC-9259-9E4A-A6D3-210CEB8670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7831350" cy="56940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4" name="Platshållare för sidfot 5">
            <a:extLst>
              <a:ext uri="{FF2B5EF4-FFF2-40B4-BE49-F238E27FC236}">
                <a16:creationId xmlns:a16="http://schemas.microsoft.com/office/drawing/2014/main" id="{719BEF62-FEE9-4127-0B67-BE2FE627A2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291831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 att animera från vänster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699936" y="0"/>
            <a:ext cx="2991600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on the </a:t>
            </a:r>
            <a:r>
              <a:rPr lang="sv-SE" noProof="0" dirty="0" err="1"/>
              <a:t>icon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4103878" y="1440000"/>
            <a:ext cx="4561820" cy="2942564"/>
          </a:xfrm>
        </p:spPr>
        <p:txBody>
          <a:bodyPr/>
          <a:lstStyle>
            <a:lvl1pPr marL="216000" indent="-216000">
              <a:defRPr sz="1800">
                <a:solidFill>
                  <a:schemeClr val="bg1"/>
                </a:solidFill>
              </a:defRPr>
            </a:lvl1pPr>
            <a:lvl2pPr marL="432000" indent="-216000">
              <a:defRPr sz="1600">
                <a:solidFill>
                  <a:schemeClr val="bg1"/>
                </a:solidFill>
              </a:defRPr>
            </a:lvl2pPr>
            <a:lvl3pPr marL="648000" indent="-216000">
              <a:defRPr sz="1600">
                <a:solidFill>
                  <a:schemeClr val="bg1"/>
                </a:solidFill>
              </a:defRPr>
            </a:lvl3pPr>
            <a:lvl4pPr marL="864000" indent="-216000">
              <a:defRPr sz="1600">
                <a:solidFill>
                  <a:schemeClr val="bg1"/>
                </a:solidFill>
              </a:defRPr>
            </a:lvl4pPr>
            <a:lvl5pPr marL="1080000" indent="-216000">
              <a:defRPr sz="1600">
                <a:solidFill>
                  <a:schemeClr val="bg1"/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EF64341-C2E0-534E-B80A-73454D73D2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EBAC4CF-9858-6A4D-B4A9-BB4989F51960}" type="datetime1">
              <a:rPr lang="sv-SE" smtClean="0"/>
              <a:t>2026-01-08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8424E00-2E58-8F40-A5E1-C5CC2E1714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4A046CDC-B1E2-0B4F-AE67-FFD8B97568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878" y="504000"/>
            <a:ext cx="4561820" cy="56940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0" name="Platshållare för text 30">
            <a:extLst>
              <a:ext uri="{FF2B5EF4-FFF2-40B4-BE49-F238E27FC236}">
                <a16:creationId xmlns:a16="http://schemas.microsoft.com/office/drawing/2014/main" id="{623CAB46-D3C8-F5C4-DB71-CB9D33C1E3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9427" y="2560204"/>
            <a:ext cx="1994338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NUMBERS</a:t>
            </a:r>
          </a:p>
        </p:txBody>
      </p:sp>
      <p:sp>
        <p:nvSpPr>
          <p:cNvPr id="11" name="Platshållare för text 30">
            <a:extLst>
              <a:ext uri="{FF2B5EF4-FFF2-40B4-BE49-F238E27FC236}">
                <a16:creationId xmlns:a16="http://schemas.microsoft.com/office/drawing/2014/main" id="{EBF777E3-9A83-FED4-06A6-1A4B51B5958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-9427" y="3239473"/>
            <a:ext cx="1221690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12" name="Platshållare för text 30">
            <a:extLst>
              <a:ext uri="{FF2B5EF4-FFF2-40B4-BE49-F238E27FC236}">
                <a16:creationId xmlns:a16="http://schemas.microsoft.com/office/drawing/2014/main" id="{7504490C-8FFB-11AE-6752-20B9E3C39D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9427" y="3918742"/>
            <a:ext cx="1941439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PROCENT</a:t>
            </a:r>
          </a:p>
        </p:txBody>
      </p:sp>
      <p:sp>
        <p:nvSpPr>
          <p:cNvPr id="2" name="Platshållare för sidfot 5">
            <a:extLst>
              <a:ext uri="{FF2B5EF4-FFF2-40B4-BE49-F238E27FC236}">
                <a16:creationId xmlns:a16="http://schemas.microsoft.com/office/drawing/2014/main" id="{A59B6A41-4E04-2C47-DBF1-F5354C63A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221946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>
        <p:tmplLst>
          <p:tmpl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uiExpand="1" build="p" animBg="1">
        <p:tmplLst>
          <p:tmpl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uiExpand="1" build="p" animBg="1">
        <p:tmplLst>
          <p:tmpl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 att animera från höger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3568" y="504000"/>
            <a:ext cx="6122917" cy="56940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3568" y="1440000"/>
            <a:ext cx="6122917" cy="2989462"/>
          </a:xfrm>
        </p:spPr>
        <p:txBody>
          <a:bodyPr/>
          <a:lstStyle>
            <a:lvl1pPr marL="216000" indent="-216000">
              <a:defRPr sz="1800">
                <a:solidFill>
                  <a:schemeClr val="bg1"/>
                </a:solidFill>
              </a:defRPr>
            </a:lvl1pPr>
            <a:lvl2pPr marL="432000" indent="-216000">
              <a:defRPr sz="1600">
                <a:solidFill>
                  <a:schemeClr val="bg1"/>
                </a:solidFill>
              </a:defRPr>
            </a:lvl2pPr>
            <a:lvl3pPr marL="648000" indent="-216000">
              <a:defRPr sz="1600">
                <a:solidFill>
                  <a:schemeClr val="bg1"/>
                </a:solidFill>
              </a:defRPr>
            </a:lvl3pPr>
            <a:lvl4pPr marL="864000" indent="-216000">
              <a:defRPr sz="1600">
                <a:solidFill>
                  <a:schemeClr val="bg1"/>
                </a:solidFill>
              </a:defRPr>
            </a:lvl4pPr>
            <a:lvl5pPr marL="1080000" indent="-216000">
              <a:defRPr sz="1600">
                <a:solidFill>
                  <a:schemeClr val="bg1"/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EF64341-C2E0-534E-B80A-73454D73D2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BBBEC12-E6CA-AE43-ABFD-43835A99E9B7}" type="datetime1">
              <a:rPr lang="sv-SE" smtClean="0"/>
              <a:t>2026-01-08</a:t>
            </a:fld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8424E00-2E58-8F40-A5E1-C5CC2E1714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1" name="Platshållare för text 30">
            <a:extLst>
              <a:ext uri="{FF2B5EF4-FFF2-40B4-BE49-F238E27FC236}">
                <a16:creationId xmlns:a16="http://schemas.microsoft.com/office/drawing/2014/main" id="{A5695CBC-4DE4-E7FF-BFB3-C1BB151DD9F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49662" y="2560204"/>
            <a:ext cx="1994338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NUMBERS</a:t>
            </a:r>
          </a:p>
        </p:txBody>
      </p:sp>
      <p:sp>
        <p:nvSpPr>
          <p:cNvPr id="12" name="Platshållare för text 30">
            <a:extLst>
              <a:ext uri="{FF2B5EF4-FFF2-40B4-BE49-F238E27FC236}">
                <a16:creationId xmlns:a16="http://schemas.microsoft.com/office/drawing/2014/main" id="{E5D895D9-FA06-BF77-EFBC-49BDFF70639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922310" y="3239473"/>
            <a:ext cx="1221690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13" name="Platshållare för text 30">
            <a:extLst>
              <a:ext uri="{FF2B5EF4-FFF2-40B4-BE49-F238E27FC236}">
                <a16:creationId xmlns:a16="http://schemas.microsoft.com/office/drawing/2014/main" id="{BFF14FF9-820A-09C1-5464-48972749798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2561" y="3918742"/>
            <a:ext cx="1941439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PROCENT</a:t>
            </a:r>
          </a:p>
        </p:txBody>
      </p:sp>
      <p:sp>
        <p:nvSpPr>
          <p:cNvPr id="4" name="Platshållare för sidfot 5">
            <a:extLst>
              <a:ext uri="{FF2B5EF4-FFF2-40B4-BE49-F238E27FC236}">
                <a16:creationId xmlns:a16="http://schemas.microsoft.com/office/drawing/2014/main" id="{C33B6B17-2DA5-027F-F0AB-8E22DFA89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95678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>
        <p:tmplLst>
          <p:tmpl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uiExpand="1" build="p" animBg="1">
        <p:tmplLst>
          <p:tmpl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uiExpand="1" build="p" animBg="1">
        <p:tmplLst>
          <p:tmpl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 bild vänster och innehåll höger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699936" y="0"/>
            <a:ext cx="2991600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on the </a:t>
            </a:r>
            <a:r>
              <a:rPr lang="sv-SE" noProof="0" dirty="0" err="1"/>
              <a:t>icon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4103878" y="1440000"/>
            <a:ext cx="4561820" cy="2942564"/>
          </a:xfrm>
        </p:spPr>
        <p:txBody>
          <a:bodyPr/>
          <a:lstStyle>
            <a:lvl1pPr marL="216000" indent="-216000">
              <a:defRPr sz="1800">
                <a:solidFill>
                  <a:schemeClr val="bg1"/>
                </a:solidFill>
              </a:defRPr>
            </a:lvl1pPr>
            <a:lvl2pPr marL="432000" indent="-216000">
              <a:defRPr sz="1600">
                <a:solidFill>
                  <a:schemeClr val="bg1"/>
                </a:solidFill>
              </a:defRPr>
            </a:lvl2pPr>
            <a:lvl3pPr marL="648000" indent="-216000">
              <a:defRPr sz="1600">
                <a:solidFill>
                  <a:schemeClr val="bg1"/>
                </a:solidFill>
              </a:defRPr>
            </a:lvl3pPr>
            <a:lvl4pPr marL="864000" indent="-216000">
              <a:defRPr sz="1600">
                <a:solidFill>
                  <a:schemeClr val="bg1"/>
                </a:solidFill>
              </a:defRPr>
            </a:lvl4pPr>
            <a:lvl5pPr marL="1080000" indent="-216000">
              <a:defRPr sz="1600">
                <a:solidFill>
                  <a:schemeClr val="bg1"/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EF64341-C2E0-534E-B80A-73454D73D2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B88A462-2E10-984D-BF7E-477088741950}" type="datetime1">
              <a:rPr lang="sv-SE" smtClean="0"/>
              <a:t>2026-01-08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8424E00-2E58-8F40-A5E1-C5CC2E1714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4A046CDC-B1E2-0B4F-AE67-FFD8B97568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878" y="504000"/>
            <a:ext cx="4561820" cy="56940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4" name="Platshållare för sidfot 5">
            <a:extLst>
              <a:ext uri="{FF2B5EF4-FFF2-40B4-BE49-F238E27FC236}">
                <a16:creationId xmlns:a16="http://schemas.microsoft.com/office/drawing/2014/main" id="{943BF459-701E-1251-8594-A8C8F51C2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63539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håll vänster och smal bild höger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5508683" y="0"/>
            <a:ext cx="2992081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on the </a:t>
            </a:r>
            <a:r>
              <a:rPr lang="sv-SE" noProof="0" dirty="0" err="1"/>
              <a:t>icon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3568" y="504000"/>
            <a:ext cx="4465207" cy="56940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3568" y="1440000"/>
            <a:ext cx="4465207" cy="2989462"/>
          </a:xfrm>
        </p:spPr>
        <p:txBody>
          <a:bodyPr/>
          <a:lstStyle>
            <a:lvl1pPr marL="216000" indent="-216000">
              <a:defRPr sz="1800">
                <a:solidFill>
                  <a:schemeClr val="bg1"/>
                </a:solidFill>
              </a:defRPr>
            </a:lvl1pPr>
            <a:lvl2pPr marL="432000" indent="-216000">
              <a:defRPr sz="1600">
                <a:solidFill>
                  <a:schemeClr val="bg1"/>
                </a:solidFill>
              </a:defRPr>
            </a:lvl2pPr>
            <a:lvl3pPr marL="648000" indent="-216000">
              <a:defRPr sz="1600">
                <a:solidFill>
                  <a:schemeClr val="bg1"/>
                </a:solidFill>
              </a:defRPr>
            </a:lvl3pPr>
            <a:lvl4pPr marL="864000" indent="-216000">
              <a:defRPr sz="1600">
                <a:solidFill>
                  <a:schemeClr val="bg1"/>
                </a:solidFill>
              </a:defRPr>
            </a:lvl4pPr>
            <a:lvl5pPr marL="1080000" indent="-216000">
              <a:defRPr sz="1600">
                <a:solidFill>
                  <a:schemeClr val="bg1"/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EF64341-C2E0-534E-B80A-73454D73D2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BBBEC12-E6CA-AE43-ABFD-43835A99E9B7}" type="datetime1">
              <a:rPr lang="sv-SE" smtClean="0"/>
              <a:t>2026-01-08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8424E00-2E58-8F40-A5E1-C5CC2E1714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65C4FCC-EB84-9088-7091-E711AF0E3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76746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 och innehåll höger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4572001" cy="48744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on the </a:t>
            </a:r>
            <a:r>
              <a:rPr lang="sv-SE" noProof="0" dirty="0" err="1"/>
              <a:t>icon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4932448" y="1440000"/>
            <a:ext cx="3672000" cy="2989462"/>
          </a:xfrm>
        </p:spPr>
        <p:txBody>
          <a:bodyPr/>
          <a:lstStyle>
            <a:lvl1pPr marL="216000" indent="-216000">
              <a:defRPr sz="1800">
                <a:solidFill>
                  <a:schemeClr val="bg1"/>
                </a:solidFill>
              </a:defRPr>
            </a:lvl1pPr>
            <a:lvl2pPr marL="432000" indent="-216000">
              <a:defRPr sz="1600">
                <a:solidFill>
                  <a:schemeClr val="bg1"/>
                </a:solidFill>
              </a:defRPr>
            </a:lvl2pPr>
            <a:lvl3pPr marL="648000" indent="-216000">
              <a:defRPr sz="1600">
                <a:solidFill>
                  <a:schemeClr val="bg1"/>
                </a:solidFill>
              </a:defRPr>
            </a:lvl3pPr>
            <a:lvl4pPr marL="864000" indent="-216000">
              <a:defRPr sz="1600">
                <a:solidFill>
                  <a:schemeClr val="bg1"/>
                </a:solidFill>
              </a:defRPr>
            </a:lvl4pPr>
            <a:lvl5pPr marL="1080000" indent="-216000">
              <a:defRPr sz="1600">
                <a:solidFill>
                  <a:schemeClr val="bg1"/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77ED9F3-A6A0-5241-BDD7-09BDFB6C06C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92183EC-3300-1E4C-B74F-7ACAA0E7918C}" type="datetime1">
              <a:rPr lang="sv-SE" smtClean="0"/>
              <a:t>2026-01-08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ACD28FC-F82C-2644-96D2-6FAC48EB3E8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E269CEC0-D993-D844-9A1F-87AB9ECBC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448" y="504000"/>
            <a:ext cx="3582902" cy="56940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4" name="Platshållare för sidfot 5">
            <a:extLst>
              <a:ext uri="{FF2B5EF4-FFF2-40B4-BE49-F238E27FC236}">
                <a16:creationId xmlns:a16="http://schemas.microsoft.com/office/drawing/2014/main" id="{7CE6FBE8-0F31-470C-817B-2F8EB2DAC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87105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håll vänster och stor bild höger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4572000" y="0"/>
            <a:ext cx="4572001" cy="48744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on the </a:t>
            </a:r>
            <a:r>
              <a:rPr lang="sv-SE" noProof="0" dirty="0" err="1"/>
              <a:t>icon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77ED9F3-A6A0-5241-BDD7-09BDFB6C06C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0DA9FFA-7B23-EE44-B126-BB3E8E9B7BA5}" type="datetime1">
              <a:rPr lang="sv-SE" smtClean="0"/>
              <a:t>2026-01-08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ACD28FC-F82C-2644-96D2-6FAC48EB3E8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20180891-C7BE-A671-BADA-6A1F103591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569" y="504000"/>
            <a:ext cx="3239278" cy="56940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4" name="Platshållare för innehåll 2">
            <a:extLst>
              <a:ext uri="{FF2B5EF4-FFF2-40B4-BE49-F238E27FC236}">
                <a16:creationId xmlns:a16="http://schemas.microsoft.com/office/drawing/2014/main" id="{46459DD7-BA52-1523-C65E-B19E7F63DE9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3568" y="1440000"/>
            <a:ext cx="3239279" cy="2989462"/>
          </a:xfrm>
        </p:spPr>
        <p:txBody>
          <a:bodyPr/>
          <a:lstStyle>
            <a:lvl1pPr marL="216000" indent="-216000">
              <a:defRPr sz="1800">
                <a:solidFill>
                  <a:schemeClr val="bg1"/>
                </a:solidFill>
              </a:defRPr>
            </a:lvl1pPr>
            <a:lvl2pPr marL="432000" indent="-216000">
              <a:defRPr sz="1600">
                <a:solidFill>
                  <a:schemeClr val="bg1"/>
                </a:solidFill>
              </a:defRPr>
            </a:lvl2pPr>
            <a:lvl3pPr marL="648000" indent="-216000">
              <a:defRPr sz="1600">
                <a:solidFill>
                  <a:schemeClr val="bg1"/>
                </a:solidFill>
              </a:defRPr>
            </a:lvl3pPr>
            <a:lvl4pPr marL="864000" indent="-216000">
              <a:defRPr sz="1600">
                <a:solidFill>
                  <a:schemeClr val="bg1"/>
                </a:solidFill>
              </a:defRPr>
            </a:lvl4pPr>
            <a:lvl5pPr marL="1080000" indent="-216000">
              <a:defRPr sz="1600">
                <a:solidFill>
                  <a:schemeClr val="bg1"/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7" name="Platshållare för sidfot 5">
            <a:extLst>
              <a:ext uri="{FF2B5EF4-FFF2-40B4-BE49-F238E27FC236}">
                <a16:creationId xmlns:a16="http://schemas.microsoft.com/office/drawing/2014/main" id="{8CBED633-E6AE-EF17-DBA1-94DAA18DA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420321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lage innehållsdelar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77ED9F3-A6A0-5241-BDD7-09BDFB6C06C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1508FDF-FD9B-7A45-AF1D-5AA275C6C901}" type="datetime1">
              <a:rPr lang="sv-SE" smtClean="0"/>
              <a:t>2026-01-08</a:t>
            </a:fld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ACD28FC-F82C-2644-96D2-6FAC48EB3E8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20180891-C7BE-A671-BADA-6A1F103591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568" y="365060"/>
            <a:ext cx="7817196" cy="56940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9" name="Platshållare för innehåll 18">
            <a:extLst>
              <a:ext uri="{FF2B5EF4-FFF2-40B4-BE49-F238E27FC236}">
                <a16:creationId xmlns:a16="http://schemas.microsoft.com/office/drawing/2014/main" id="{D923B312-6493-0940-D452-E838DFFBFC0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83567" y="852356"/>
            <a:ext cx="2448571" cy="1149350"/>
          </a:xfrm>
          <a:solidFill>
            <a:srgbClr val="6179B9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2" name="Platshållare för innehåll 18">
            <a:extLst>
              <a:ext uri="{FF2B5EF4-FFF2-40B4-BE49-F238E27FC236}">
                <a16:creationId xmlns:a16="http://schemas.microsoft.com/office/drawing/2014/main" id="{20B5E7D0-5838-7DF6-9FF8-501C90DEBA8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67880" y="852356"/>
            <a:ext cx="2448571" cy="1149350"/>
          </a:xfrm>
          <a:solidFill>
            <a:srgbClr val="55748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3" name="Platshållare för innehåll 18">
            <a:extLst>
              <a:ext uri="{FF2B5EF4-FFF2-40B4-BE49-F238E27FC236}">
                <a16:creationId xmlns:a16="http://schemas.microsoft.com/office/drawing/2014/main" id="{1FE032FB-43A6-56B0-B9F4-49D4D47EE65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055970" y="852356"/>
            <a:ext cx="2448571" cy="1149350"/>
          </a:xfrm>
          <a:solidFill>
            <a:srgbClr val="498AAC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4" name="Platshållare för innehåll 18">
            <a:extLst>
              <a:ext uri="{FF2B5EF4-FFF2-40B4-BE49-F238E27FC236}">
                <a16:creationId xmlns:a16="http://schemas.microsoft.com/office/drawing/2014/main" id="{047AA67B-8D3D-FE02-827D-F7FC8BCB20E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3395" y="2201379"/>
            <a:ext cx="2448571" cy="1149350"/>
          </a:xfrm>
          <a:solidFill>
            <a:srgbClr val="809EBD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5" name="Platshållare för innehåll 18">
            <a:extLst>
              <a:ext uri="{FF2B5EF4-FFF2-40B4-BE49-F238E27FC236}">
                <a16:creationId xmlns:a16="http://schemas.microsoft.com/office/drawing/2014/main" id="{7048CAB7-8FFD-D246-472C-410650E242F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367880" y="2193395"/>
            <a:ext cx="2448571" cy="1149350"/>
          </a:xfrm>
          <a:solidFill>
            <a:srgbClr val="069AB7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6" name="Platshållare för innehåll 18">
            <a:extLst>
              <a:ext uri="{FF2B5EF4-FFF2-40B4-BE49-F238E27FC236}">
                <a16:creationId xmlns:a16="http://schemas.microsoft.com/office/drawing/2014/main" id="{C37BE115-C4DC-CD42-898B-DB101738CBB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055970" y="2193395"/>
            <a:ext cx="2448571" cy="1149350"/>
          </a:xfrm>
          <a:solidFill>
            <a:srgbClr val="014B89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7" name="Platshållare för innehåll 18">
            <a:extLst>
              <a:ext uri="{FF2B5EF4-FFF2-40B4-BE49-F238E27FC236}">
                <a16:creationId xmlns:a16="http://schemas.microsoft.com/office/drawing/2014/main" id="{7E9887A3-3725-37A3-BC82-5780F6590C40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83395" y="3542418"/>
            <a:ext cx="2448571" cy="1149350"/>
          </a:xfrm>
          <a:solidFill>
            <a:srgbClr val="4F91CA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8" name="Platshållare för innehåll 18">
            <a:extLst>
              <a:ext uri="{FF2B5EF4-FFF2-40B4-BE49-F238E27FC236}">
                <a16:creationId xmlns:a16="http://schemas.microsoft.com/office/drawing/2014/main" id="{C2860193-56B3-E1F9-D734-246BADE30C1F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67880" y="3542418"/>
            <a:ext cx="2448571" cy="1149350"/>
          </a:xfrm>
          <a:solidFill>
            <a:srgbClr val="498AAC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9" name="Platshållare för innehåll 18">
            <a:extLst>
              <a:ext uri="{FF2B5EF4-FFF2-40B4-BE49-F238E27FC236}">
                <a16:creationId xmlns:a16="http://schemas.microsoft.com/office/drawing/2014/main" id="{BA879A60-03D9-A7DC-ACB6-726A28B421E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55970" y="3542418"/>
            <a:ext cx="2448571" cy="1149350"/>
          </a:xfrm>
          <a:solidFill>
            <a:srgbClr val="0064BA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5" name="Platshållare för sidfot 5">
            <a:extLst>
              <a:ext uri="{FF2B5EF4-FFF2-40B4-BE49-F238E27FC236}">
                <a16:creationId xmlns:a16="http://schemas.microsoft.com/office/drawing/2014/main" id="{83F9CA0C-4DF7-179B-88D4-40AA9E61E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64569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ade plattor för innehåll samt bild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tshållare för bild 24">
            <a:extLst>
              <a:ext uri="{FF2B5EF4-FFF2-40B4-BE49-F238E27FC236}">
                <a16:creationId xmlns:a16="http://schemas.microsoft.com/office/drawing/2014/main" id="{349C47AF-3854-1760-8DAC-E2C7D050EFC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9139238" cy="257175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/>
              <a:t>Klicka på ikonen för att lägga till en bild</a:t>
            </a:r>
            <a:endParaRPr lang="sv-SE" noProof="0" dirty="0"/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77614B8E-8135-BC42-88FA-2C5AEC71385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451429D-A6D5-6F4B-A73F-E2F9E8AB1E89}" type="datetime1">
              <a:rPr lang="sv-SE" smtClean="0"/>
              <a:t>2026-01-08</a:t>
            </a:fld>
            <a:endParaRPr lang="sv-SE"/>
          </a:p>
        </p:txBody>
      </p:sp>
      <p:sp>
        <p:nvSpPr>
          <p:cNvPr id="19" name="Platshållare för bildnummer 18">
            <a:extLst>
              <a:ext uri="{FF2B5EF4-FFF2-40B4-BE49-F238E27FC236}">
                <a16:creationId xmlns:a16="http://schemas.microsoft.com/office/drawing/2014/main" id="{32DBA098-9A54-1B47-9784-47793464566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Platshållare för innehåll 18">
            <a:extLst>
              <a:ext uri="{FF2B5EF4-FFF2-40B4-BE49-F238E27FC236}">
                <a16:creationId xmlns:a16="http://schemas.microsoft.com/office/drawing/2014/main" id="{C14D556A-D1BB-D574-E5B1-CA0DE2320CF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" y="2569594"/>
            <a:ext cx="3013408" cy="2294393"/>
          </a:xfrm>
          <a:gradFill>
            <a:gsLst>
              <a:gs pos="0">
                <a:srgbClr val="4C6892"/>
              </a:gs>
              <a:gs pos="100000">
                <a:schemeClr val="accent1">
                  <a:lumMod val="50000"/>
                </a:schemeClr>
              </a:gs>
            </a:gsLst>
            <a:lin ang="15600000" scaled="0"/>
          </a:gra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7" name="Platshållare för innehåll 18">
            <a:extLst>
              <a:ext uri="{FF2B5EF4-FFF2-40B4-BE49-F238E27FC236}">
                <a16:creationId xmlns:a16="http://schemas.microsoft.com/office/drawing/2014/main" id="{64BAEB5A-26E6-5458-DD67-404B8108FC2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3013410" y="2569594"/>
            <a:ext cx="3070166" cy="2294393"/>
          </a:xfrm>
          <a:gradFill>
            <a:gsLst>
              <a:gs pos="100000">
                <a:srgbClr val="4C6892"/>
              </a:gs>
              <a:gs pos="42000">
                <a:schemeClr val="accent1">
                  <a:lumMod val="50000"/>
                </a:schemeClr>
              </a:gs>
            </a:gsLst>
            <a:lin ang="16800000" scaled="0"/>
          </a:gra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8" name="Platshållare för innehåll 18">
            <a:extLst>
              <a:ext uri="{FF2B5EF4-FFF2-40B4-BE49-F238E27FC236}">
                <a16:creationId xmlns:a16="http://schemas.microsoft.com/office/drawing/2014/main" id="{463B5EA1-5E4A-4825-72AD-AEBB52541F7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091178" y="2569594"/>
            <a:ext cx="3052822" cy="2294393"/>
          </a:xfrm>
          <a:gradFill>
            <a:gsLst>
              <a:gs pos="0">
                <a:srgbClr val="4C6892"/>
              </a:gs>
              <a:gs pos="100000">
                <a:schemeClr val="accent1">
                  <a:lumMod val="50000"/>
                </a:schemeClr>
              </a:gs>
            </a:gsLst>
            <a:lin ang="15600000" scaled="0"/>
          </a:gra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5" name="Platshållare för sidfot 5">
            <a:extLst>
              <a:ext uri="{FF2B5EF4-FFF2-40B4-BE49-F238E27FC236}">
                <a16:creationId xmlns:a16="http://schemas.microsoft.com/office/drawing/2014/main" id="{134818C0-13E1-ECC2-E9B2-1426834AA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253390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personer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tshållare för text 4">
            <a:extLst>
              <a:ext uri="{FF2B5EF4-FFF2-40B4-BE49-F238E27FC236}">
                <a16:creationId xmlns:a16="http://schemas.microsoft.com/office/drawing/2014/main" id="{6671BCA6-FB38-F05D-2F9C-264CAFEF67C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75407" y="900581"/>
            <a:ext cx="1807755" cy="3974632"/>
          </a:xfrm>
          <a:solidFill>
            <a:srgbClr val="6F76C0"/>
          </a:solidFill>
        </p:spPr>
        <p:txBody>
          <a:bodyPr vert="horz" lIns="0" tIns="0" rIns="0" bIns="0" rtlCol="0">
            <a:normAutofit/>
          </a:bodyPr>
          <a:lstStyle>
            <a:lvl1pPr>
              <a:defRPr lang="sv-SE" dirty="0">
                <a:solidFill>
                  <a:srgbClr val="6F75C0"/>
                </a:solidFill>
              </a:defRPr>
            </a:lvl1pPr>
          </a:lstStyle>
          <a:p>
            <a:pPr marL="0" lvl="0" indent="0">
              <a:buNone/>
            </a:pPr>
            <a:r>
              <a:rPr lang="sv-SE" dirty="0"/>
              <a:t> </a:t>
            </a:r>
          </a:p>
        </p:txBody>
      </p:sp>
      <p:sp>
        <p:nvSpPr>
          <p:cNvPr id="18" name="Platshållare för bild 38">
            <a:extLst>
              <a:ext uri="{FF2B5EF4-FFF2-40B4-BE49-F238E27FC236}">
                <a16:creationId xmlns:a16="http://schemas.microsoft.com/office/drawing/2014/main" id="{56C06AE6-8A89-468A-5B2F-C362138905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32874" y="1083492"/>
            <a:ext cx="1508125" cy="18018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  <a:br>
              <a:rPr lang="sv-SE" noProof="0" dirty="0"/>
            </a:br>
            <a:endParaRPr lang="sv-SE" noProof="0" dirty="0"/>
          </a:p>
        </p:txBody>
      </p:sp>
      <p:sp>
        <p:nvSpPr>
          <p:cNvPr id="71" name="Rubrik 1">
            <a:extLst>
              <a:ext uri="{FF2B5EF4-FFF2-40B4-BE49-F238E27FC236}">
                <a16:creationId xmlns:a16="http://schemas.microsoft.com/office/drawing/2014/main" id="{31F8B52D-03AD-F046-2D6C-AD0359F2B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568" y="365060"/>
            <a:ext cx="7817196" cy="56940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1" name="Platshållare för text 4">
            <a:extLst>
              <a:ext uri="{FF2B5EF4-FFF2-40B4-BE49-F238E27FC236}">
                <a16:creationId xmlns:a16="http://schemas.microsoft.com/office/drawing/2014/main" id="{C9F3D617-D22D-B590-75AB-9D95EC9393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79204" y="900581"/>
            <a:ext cx="1807755" cy="3974632"/>
          </a:xfr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algn="l">
              <a:defRPr lang="sv-SE" dirty="0">
                <a:solidFill>
                  <a:srgbClr val="346596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sv-SE" dirty="0"/>
              <a:t> </a:t>
            </a:r>
          </a:p>
        </p:txBody>
      </p:sp>
      <p:sp>
        <p:nvSpPr>
          <p:cNvPr id="12" name="Platshållare för text 4">
            <a:extLst>
              <a:ext uri="{FF2B5EF4-FFF2-40B4-BE49-F238E27FC236}">
                <a16:creationId xmlns:a16="http://schemas.microsoft.com/office/drawing/2014/main" id="{6D0BB549-9190-1C96-3E15-278DA769730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77306" y="900581"/>
            <a:ext cx="1807755" cy="3974632"/>
          </a:xfrm>
          <a:solidFill>
            <a:srgbClr val="4D91CA"/>
          </a:solidFill>
        </p:spPr>
        <p:txBody>
          <a:bodyPr vert="horz" lIns="0" tIns="0" rIns="0" bIns="0" rtlCol="0">
            <a:normAutofit/>
          </a:bodyPr>
          <a:lstStyle>
            <a:lvl1pPr>
              <a:defRPr lang="sv-SE" dirty="0">
                <a:solidFill>
                  <a:srgbClr val="4C91CB"/>
                </a:solidFill>
              </a:defRPr>
            </a:lvl1pPr>
          </a:lstStyle>
          <a:p>
            <a:pPr marL="0" lvl="0" indent="0">
              <a:buNone/>
            </a:pPr>
            <a:r>
              <a:rPr lang="sv-SE" dirty="0"/>
              <a:t> </a:t>
            </a:r>
          </a:p>
        </p:txBody>
      </p:sp>
      <p:sp>
        <p:nvSpPr>
          <p:cNvPr id="14" name="Platshållare för text 4">
            <a:extLst>
              <a:ext uri="{FF2B5EF4-FFF2-40B4-BE49-F238E27FC236}">
                <a16:creationId xmlns:a16="http://schemas.microsoft.com/office/drawing/2014/main" id="{62E2E767-808E-B353-6F84-D3846FD86B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3508" y="900581"/>
            <a:ext cx="1807755" cy="3974632"/>
          </a:xfrm>
          <a:solidFill>
            <a:srgbClr val="009AB9"/>
          </a:solidFill>
        </p:spPr>
        <p:txBody>
          <a:bodyPr vert="horz" lIns="0" tIns="0" rIns="0" bIns="0" rtlCol="0">
            <a:normAutofit/>
          </a:bodyPr>
          <a:lstStyle>
            <a:lvl1pPr>
              <a:lnSpc>
                <a:spcPct val="100000"/>
              </a:lnSpc>
              <a:buFontTx/>
              <a:buNone/>
              <a:defRPr lang="sv-SE" baseline="0" dirty="0">
                <a:solidFill>
                  <a:srgbClr val="009AB8"/>
                </a:solidFill>
              </a:defRPr>
            </a:lvl1pPr>
          </a:lstStyle>
          <a:p>
            <a:pPr marL="0" lvl="0" indent="0">
              <a:buNone/>
            </a:pPr>
            <a:r>
              <a:rPr lang="sv-SE" dirty="0"/>
              <a:t> </a:t>
            </a:r>
          </a:p>
        </p:txBody>
      </p:sp>
      <p:sp>
        <p:nvSpPr>
          <p:cNvPr id="16" name="Platshållare för bild 38">
            <a:extLst>
              <a:ext uri="{FF2B5EF4-FFF2-40B4-BE49-F238E27FC236}">
                <a16:creationId xmlns:a16="http://schemas.microsoft.com/office/drawing/2014/main" id="{B8E0DBD3-7D95-C892-44DF-04CAC74C4DD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8814" y="2921000"/>
            <a:ext cx="1508125" cy="18018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  <a:br>
              <a:rPr lang="sv-SE" noProof="0" dirty="0"/>
            </a:br>
            <a:endParaRPr lang="sv-SE" noProof="0" dirty="0"/>
          </a:p>
        </p:txBody>
      </p:sp>
      <p:sp>
        <p:nvSpPr>
          <p:cNvPr id="17" name="Platshållare för text 40">
            <a:extLst>
              <a:ext uri="{FF2B5EF4-FFF2-40B4-BE49-F238E27FC236}">
                <a16:creationId xmlns:a16="http://schemas.microsoft.com/office/drawing/2014/main" id="{67DCCB79-D87B-8A05-A901-2663A4359F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675" y="1077913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Surname</a:t>
            </a:r>
            <a:endParaRPr lang="sv-SE" dirty="0"/>
          </a:p>
        </p:txBody>
      </p:sp>
      <p:sp>
        <p:nvSpPr>
          <p:cNvPr id="19" name="Platshållare för text 40">
            <a:extLst>
              <a:ext uri="{FF2B5EF4-FFF2-40B4-BE49-F238E27FC236}">
                <a16:creationId xmlns:a16="http://schemas.microsoft.com/office/drawing/2014/main" id="{56BDA827-A266-E5E5-015A-429A873887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8675" y="1565593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Research </a:t>
            </a:r>
            <a:r>
              <a:rPr lang="sv-SE" dirty="0" err="1"/>
              <a:t>subject</a:t>
            </a:r>
            <a:r>
              <a:rPr lang="sv-SE" dirty="0"/>
              <a:t> and short </a:t>
            </a:r>
            <a:r>
              <a:rPr lang="sv-SE" dirty="0" err="1"/>
              <a:t>description</a:t>
            </a:r>
            <a:endParaRPr lang="sv-SE" dirty="0"/>
          </a:p>
        </p:txBody>
      </p:sp>
      <p:sp>
        <p:nvSpPr>
          <p:cNvPr id="20" name="Platshållare för text 40">
            <a:extLst>
              <a:ext uri="{FF2B5EF4-FFF2-40B4-BE49-F238E27FC236}">
                <a16:creationId xmlns:a16="http://schemas.microsoft.com/office/drawing/2014/main" id="{FCCAB805-6BF5-6284-F8E9-CADB82FE02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5" y="2366781"/>
            <a:ext cx="1508125" cy="437378"/>
          </a:xfrm>
        </p:spPr>
        <p:txBody>
          <a:bodyPr anchor="b">
            <a:normAutofit/>
          </a:bodyPr>
          <a:lstStyle>
            <a:lvl1pPr marL="0" indent="0">
              <a:buNone/>
              <a:defRPr sz="800" i="0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 err="1"/>
              <a:t>Title</a:t>
            </a:r>
            <a:r>
              <a:rPr lang="sv-SE" dirty="0"/>
              <a:t>, </a:t>
            </a:r>
            <a:r>
              <a:rPr lang="sv-SE" dirty="0" err="1"/>
              <a:t>role</a:t>
            </a:r>
            <a:r>
              <a:rPr lang="sv-SE" dirty="0"/>
              <a:t>, position</a:t>
            </a:r>
          </a:p>
        </p:txBody>
      </p:sp>
      <p:sp>
        <p:nvSpPr>
          <p:cNvPr id="21" name="Platshållare för text 40">
            <a:extLst>
              <a:ext uri="{FF2B5EF4-FFF2-40B4-BE49-F238E27FC236}">
                <a16:creationId xmlns:a16="http://schemas.microsoft.com/office/drawing/2014/main" id="{34FA2CE8-B942-A5B8-0CEE-A90FBBC5AB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24026" y="3011215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Surname</a:t>
            </a:r>
            <a:endParaRPr lang="sv-SE" dirty="0"/>
          </a:p>
        </p:txBody>
      </p:sp>
      <p:sp>
        <p:nvSpPr>
          <p:cNvPr id="22" name="Platshållare för text 40">
            <a:extLst>
              <a:ext uri="{FF2B5EF4-FFF2-40B4-BE49-F238E27FC236}">
                <a16:creationId xmlns:a16="http://schemas.microsoft.com/office/drawing/2014/main" id="{4F2AED78-AD84-470F-695B-A9818DCD24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24026" y="3498895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Research </a:t>
            </a:r>
            <a:r>
              <a:rPr lang="sv-SE" dirty="0" err="1"/>
              <a:t>subject</a:t>
            </a:r>
            <a:r>
              <a:rPr lang="sv-SE" dirty="0"/>
              <a:t> and short </a:t>
            </a:r>
            <a:r>
              <a:rPr lang="sv-SE" dirty="0" err="1"/>
              <a:t>description</a:t>
            </a:r>
            <a:endParaRPr lang="sv-SE" dirty="0"/>
          </a:p>
        </p:txBody>
      </p:sp>
      <p:sp>
        <p:nvSpPr>
          <p:cNvPr id="23" name="Platshållare för text 40">
            <a:extLst>
              <a:ext uri="{FF2B5EF4-FFF2-40B4-BE49-F238E27FC236}">
                <a16:creationId xmlns:a16="http://schemas.microsoft.com/office/drawing/2014/main" id="{D4C78C8E-4014-56DA-8F9F-E86AE62D64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24026" y="4300083"/>
            <a:ext cx="1508125" cy="437378"/>
          </a:xfrm>
        </p:spPr>
        <p:txBody>
          <a:bodyPr anchor="b">
            <a:normAutofit/>
          </a:bodyPr>
          <a:lstStyle>
            <a:lvl1pPr marL="0" indent="0">
              <a:buNone/>
              <a:defRPr sz="800" i="0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 err="1"/>
              <a:t>Title</a:t>
            </a:r>
            <a:r>
              <a:rPr lang="sv-SE" dirty="0"/>
              <a:t>, </a:t>
            </a:r>
            <a:r>
              <a:rPr lang="sv-SE" dirty="0" err="1"/>
              <a:t>role</a:t>
            </a:r>
            <a:r>
              <a:rPr lang="sv-SE" dirty="0"/>
              <a:t>, position</a:t>
            </a:r>
          </a:p>
        </p:txBody>
      </p:sp>
      <p:sp>
        <p:nvSpPr>
          <p:cNvPr id="24" name="Platshållare för bild 38">
            <a:extLst>
              <a:ext uri="{FF2B5EF4-FFF2-40B4-BE49-F238E27FC236}">
                <a16:creationId xmlns:a16="http://schemas.microsoft.com/office/drawing/2014/main" id="{7E9061C8-A491-E086-D5DF-DC8BBFA1B81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823871" y="2921000"/>
            <a:ext cx="1508125" cy="18018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  <a:br>
              <a:rPr lang="sv-SE" noProof="0" dirty="0"/>
            </a:br>
            <a:endParaRPr lang="sv-SE" noProof="0" dirty="0"/>
          </a:p>
        </p:txBody>
      </p:sp>
      <p:sp>
        <p:nvSpPr>
          <p:cNvPr id="25" name="Platshållare för text 40">
            <a:extLst>
              <a:ext uri="{FF2B5EF4-FFF2-40B4-BE49-F238E27FC236}">
                <a16:creationId xmlns:a16="http://schemas.microsoft.com/office/drawing/2014/main" id="{A843124D-6F24-0CC9-136F-7E050857C6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23732" y="1077913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Surname</a:t>
            </a:r>
            <a:endParaRPr lang="sv-SE" dirty="0"/>
          </a:p>
        </p:txBody>
      </p:sp>
      <p:sp>
        <p:nvSpPr>
          <p:cNvPr id="26" name="Platshållare för text 40">
            <a:extLst>
              <a:ext uri="{FF2B5EF4-FFF2-40B4-BE49-F238E27FC236}">
                <a16:creationId xmlns:a16="http://schemas.microsoft.com/office/drawing/2014/main" id="{FA051865-A96E-BCE1-D107-A3B004B97A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23732" y="1565593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Research </a:t>
            </a:r>
            <a:r>
              <a:rPr lang="sv-SE" dirty="0" err="1"/>
              <a:t>subject</a:t>
            </a:r>
            <a:r>
              <a:rPr lang="sv-SE" dirty="0"/>
              <a:t> and short </a:t>
            </a:r>
            <a:r>
              <a:rPr lang="sv-SE" dirty="0" err="1"/>
              <a:t>description</a:t>
            </a:r>
            <a:endParaRPr lang="sv-SE" dirty="0"/>
          </a:p>
        </p:txBody>
      </p:sp>
      <p:sp>
        <p:nvSpPr>
          <p:cNvPr id="28" name="Platshållare för text 40">
            <a:extLst>
              <a:ext uri="{FF2B5EF4-FFF2-40B4-BE49-F238E27FC236}">
                <a16:creationId xmlns:a16="http://schemas.microsoft.com/office/drawing/2014/main" id="{11B463D7-DFCE-1F64-01CD-7AFC0DB190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23732" y="2366781"/>
            <a:ext cx="1508125" cy="437378"/>
          </a:xfrm>
        </p:spPr>
        <p:txBody>
          <a:bodyPr anchor="b">
            <a:normAutofit/>
          </a:bodyPr>
          <a:lstStyle>
            <a:lvl1pPr marL="0" indent="0">
              <a:buNone/>
              <a:defRPr sz="800" i="0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 err="1"/>
              <a:t>Title</a:t>
            </a:r>
            <a:r>
              <a:rPr lang="sv-SE" dirty="0"/>
              <a:t>, </a:t>
            </a:r>
            <a:r>
              <a:rPr lang="sv-SE" dirty="0" err="1"/>
              <a:t>role</a:t>
            </a:r>
            <a:r>
              <a:rPr lang="sv-SE" dirty="0"/>
              <a:t>, position</a:t>
            </a:r>
          </a:p>
        </p:txBody>
      </p:sp>
      <p:sp>
        <p:nvSpPr>
          <p:cNvPr id="30" name="Platshållare för bild 38">
            <a:extLst>
              <a:ext uri="{FF2B5EF4-FFF2-40B4-BE49-F238E27FC236}">
                <a16:creationId xmlns:a16="http://schemas.microsoft.com/office/drawing/2014/main" id="{243F4293-D041-9997-3FA3-FC08E1C3CFC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829020" y="1083492"/>
            <a:ext cx="1508125" cy="18018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Ev</a:t>
            </a:r>
            <a:r>
              <a:rPr lang="sv-SE" dirty="0"/>
              <a:t> bild</a:t>
            </a:r>
          </a:p>
        </p:txBody>
      </p:sp>
      <p:sp>
        <p:nvSpPr>
          <p:cNvPr id="31" name="Platshållare för text 40">
            <a:extLst>
              <a:ext uri="{FF2B5EF4-FFF2-40B4-BE49-F238E27FC236}">
                <a16:creationId xmlns:a16="http://schemas.microsoft.com/office/drawing/2014/main" id="{116D1808-0242-2169-C112-F185185ED5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20172" y="3011215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Namn Efternamn</a:t>
            </a:r>
          </a:p>
        </p:txBody>
      </p:sp>
      <p:sp>
        <p:nvSpPr>
          <p:cNvPr id="32" name="Platshållare för text 40">
            <a:extLst>
              <a:ext uri="{FF2B5EF4-FFF2-40B4-BE49-F238E27FC236}">
                <a16:creationId xmlns:a16="http://schemas.microsoft.com/office/drawing/2014/main" id="{63A4E988-32DD-FCEA-9122-8C85D5A247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20172" y="3498895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Research </a:t>
            </a:r>
            <a:r>
              <a:rPr lang="sv-SE" dirty="0" err="1"/>
              <a:t>subject</a:t>
            </a:r>
            <a:r>
              <a:rPr lang="sv-SE" dirty="0"/>
              <a:t> and short </a:t>
            </a:r>
            <a:r>
              <a:rPr lang="sv-SE" dirty="0" err="1"/>
              <a:t>description</a:t>
            </a:r>
            <a:endParaRPr lang="sv-SE" dirty="0"/>
          </a:p>
        </p:txBody>
      </p:sp>
      <p:sp>
        <p:nvSpPr>
          <p:cNvPr id="33" name="Platshållare för text 40">
            <a:extLst>
              <a:ext uri="{FF2B5EF4-FFF2-40B4-BE49-F238E27FC236}">
                <a16:creationId xmlns:a16="http://schemas.microsoft.com/office/drawing/2014/main" id="{EF11C54B-4BB7-C78B-BCBB-CC9E81CBB4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20172" y="4300083"/>
            <a:ext cx="1508125" cy="437378"/>
          </a:xfrm>
        </p:spPr>
        <p:txBody>
          <a:bodyPr anchor="b">
            <a:normAutofit/>
          </a:bodyPr>
          <a:lstStyle>
            <a:lvl1pPr marL="0" indent="0">
              <a:buNone/>
              <a:defRPr sz="800" i="0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 err="1"/>
              <a:t>Title</a:t>
            </a:r>
            <a:r>
              <a:rPr lang="sv-SE" dirty="0"/>
              <a:t>, </a:t>
            </a:r>
            <a:r>
              <a:rPr lang="sv-SE" dirty="0" err="1"/>
              <a:t>role</a:t>
            </a:r>
            <a:r>
              <a:rPr lang="sv-SE" dirty="0"/>
              <a:t>, position</a:t>
            </a:r>
          </a:p>
        </p:txBody>
      </p:sp>
      <p:sp>
        <p:nvSpPr>
          <p:cNvPr id="34" name="Platshållare för datum 1">
            <a:extLst>
              <a:ext uri="{FF2B5EF4-FFF2-40B4-BE49-F238E27FC236}">
                <a16:creationId xmlns:a16="http://schemas.microsoft.com/office/drawing/2014/main" id="{19DDF4CE-0DBC-0EEF-C244-C46286AA35AE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>
            <a:off x="7253844" y="4876006"/>
            <a:ext cx="979200" cy="253773"/>
          </a:xfrm>
        </p:spPr>
        <p:txBody>
          <a:bodyPr/>
          <a:lstStyle/>
          <a:p>
            <a:fld id="{51508FDF-FD9B-7A45-AF1D-5AA275C6C901}" type="datetime1">
              <a:rPr lang="sv-SE" smtClean="0"/>
              <a:t>2026-01-08</a:t>
            </a:fld>
            <a:endParaRPr lang="sv-SE" dirty="0"/>
          </a:p>
        </p:txBody>
      </p:sp>
      <p:sp>
        <p:nvSpPr>
          <p:cNvPr id="35" name="Platshållare för bildnummer 5">
            <a:extLst>
              <a:ext uri="{FF2B5EF4-FFF2-40B4-BE49-F238E27FC236}">
                <a16:creationId xmlns:a16="http://schemas.microsoft.com/office/drawing/2014/main" id="{9515F779-69C7-6B97-EE74-15F330F1D8D3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>
          <a:xfrm>
            <a:off x="8284740" y="4876006"/>
            <a:ext cx="216024" cy="240856"/>
          </a:xfrm>
        </p:spPr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2" name="Platshållare för sidfot 5">
            <a:extLst>
              <a:ext uri="{FF2B5EF4-FFF2-40B4-BE49-F238E27FC236}">
                <a16:creationId xmlns:a16="http://schemas.microsoft.com/office/drawing/2014/main" id="{C5C82782-1D99-181F-8849-27B2F9DF9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18262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o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on the </a:t>
            </a:r>
            <a:r>
              <a:rPr lang="sv-SE" noProof="0" dirty="0" err="1"/>
              <a:t>icon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7C510B7-F496-B049-AA72-23E85C0DAF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754401" y="4876006"/>
            <a:ext cx="801264" cy="253773"/>
          </a:xfrm>
        </p:spPr>
        <p:txBody>
          <a:bodyPr/>
          <a:lstStyle/>
          <a:p>
            <a:fld id="{C6B84183-0A52-F549-9625-DFB5786C4152}" type="datetime1">
              <a:rPr lang="sv-SE" smtClean="0"/>
              <a:t>2026-01-08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B479336-F5C1-6E4C-8D5C-80C0C0E3124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23284E4C-272E-6954-E8F0-C3F348771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17632"/>
            <a:ext cx="2657802" cy="567811"/>
          </a:xfrm>
          <a:gradFill>
            <a:gsLst>
              <a:gs pos="25000">
                <a:srgbClr val="00396A"/>
              </a:gs>
              <a:gs pos="88000">
                <a:schemeClr val="accent1">
                  <a:lumMod val="75000"/>
                  <a:alpha val="0"/>
                </a:schemeClr>
              </a:gs>
            </a:gsLst>
            <a:lin ang="21000000" scaled="0"/>
          </a:gradFill>
        </p:spPr>
        <p:txBody>
          <a:bodyPr vert="horz" wrap="none" lIns="251999" tIns="144000" rIns="1080000" bIns="144000" rtlCol="0" anchor="ctr">
            <a:spAutoFit/>
          </a:bodyPr>
          <a:lstStyle>
            <a:lvl1pPr>
              <a:defRPr lang="en-GB" sz="1800" dirty="0" smtClean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sv-SE" dirty="0" err="1"/>
              <a:t>Write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</p:txBody>
      </p:sp>
      <p:sp>
        <p:nvSpPr>
          <p:cNvPr id="8" name="Platshållare för sidfot 5">
            <a:extLst>
              <a:ext uri="{FF2B5EF4-FFF2-40B4-BE49-F238E27FC236}">
                <a16:creationId xmlns:a16="http://schemas.microsoft.com/office/drawing/2014/main" id="{FEFA9A4B-A8B3-01C4-7914-26B3DCC25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73788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rtgrafik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56D832F5-B309-9D4C-9F89-2322FCFBA30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E4AF225-9878-4544-B893-9B8F84FF7610}" type="datetime1">
              <a:rPr lang="sv-SE" smtClean="0"/>
              <a:t>2026-01-08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4A3941E-5B21-DB4A-BCAA-51F57BF3D95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892F0DCA-8D15-98AE-8156-13967B5886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0025" y="78797"/>
            <a:ext cx="7772400" cy="4650153"/>
          </a:xfrm>
          <a:prstGeom prst="rect">
            <a:avLst/>
          </a:prstGeom>
          <a:noFill/>
        </p:spPr>
      </p:pic>
      <p:sp>
        <p:nvSpPr>
          <p:cNvPr id="4" name="Platshållare för innehåll 2">
            <a:extLst>
              <a:ext uri="{FF2B5EF4-FFF2-40B4-BE49-F238E27FC236}">
                <a16:creationId xmlns:a16="http://schemas.microsoft.com/office/drawing/2014/main" id="{9700D1BC-999F-8A63-120F-0CC6C5B1A7F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4001" y="1440000"/>
            <a:ext cx="6408279" cy="2939990"/>
          </a:xfrm>
        </p:spPr>
        <p:txBody>
          <a:bodyPr>
            <a:normAutofit/>
          </a:bodyPr>
          <a:lstStyle>
            <a:lvl1pPr marL="216000" indent="-216000"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2000" indent="-216000"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48000" indent="-216000"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4000" indent="-216000"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0000" indent="-216000"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7" name="Rubrik 5">
            <a:extLst>
              <a:ext uri="{FF2B5EF4-FFF2-40B4-BE49-F238E27FC236}">
                <a16:creationId xmlns:a16="http://schemas.microsoft.com/office/drawing/2014/main" id="{540C7D00-61E0-718F-5B1C-E1F7446EF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7831350" cy="56940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07CFA1B-9BB7-8080-778D-8FFAE0686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09121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77614B8E-8135-BC42-88FA-2C5AEC71385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A12EAA66-7BA0-7046-A391-045B69237349}" type="datetime1">
              <a:rPr lang="sv-SE" smtClean="0"/>
              <a:t>2026-01-08</a:t>
            </a:fld>
            <a:endParaRPr lang="sv-SE"/>
          </a:p>
        </p:txBody>
      </p:sp>
      <p:sp>
        <p:nvSpPr>
          <p:cNvPr id="19" name="Platshållare för bildnummer 18">
            <a:extLst>
              <a:ext uri="{FF2B5EF4-FFF2-40B4-BE49-F238E27FC236}">
                <a16:creationId xmlns:a16="http://schemas.microsoft.com/office/drawing/2014/main" id="{32DBA098-9A54-1B47-9784-47793464566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Platshållare för sidfot 5">
            <a:extLst>
              <a:ext uri="{FF2B5EF4-FFF2-40B4-BE49-F238E27FC236}">
                <a16:creationId xmlns:a16="http://schemas.microsoft.com/office/drawing/2014/main" id="{8C435B2A-F436-E7C2-D5F1-F3F3C1D81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32659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o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876006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on the </a:t>
            </a:r>
            <a:r>
              <a:rPr lang="sv-SE" noProof="0" dirty="0" err="1"/>
              <a:t>icon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7C510B7-F496-B049-AA72-23E85C0DAFF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46728AD-AF8C-B441-8C26-FE8252380E97}" type="datetime1">
              <a:rPr lang="sv-SE" smtClean="0"/>
              <a:t>2026-01-08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B479336-F5C1-6E4C-8D5C-80C0C0E3124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Platshållare för sidfot 5">
            <a:extLst>
              <a:ext uri="{FF2B5EF4-FFF2-40B4-BE49-F238E27FC236}">
                <a16:creationId xmlns:a16="http://schemas.microsoft.com/office/drawing/2014/main" id="{566A5C5F-95BF-1CEB-A052-216C6F140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20216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utbild Svensk logotyp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B05F932-23FA-7342-91DB-0289499287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3327594"/>
            <a:ext cx="7831350" cy="900340"/>
          </a:xfrm>
        </p:spPr>
        <p:txBody>
          <a:bodyPr anchor="t" anchorCtr="0"/>
          <a:lstStyle>
            <a:lvl1pPr algn="ctr">
              <a:defRPr sz="2000" b="1"/>
            </a:lvl1pPr>
          </a:lstStyle>
          <a:p>
            <a:r>
              <a:rPr lang="en-GB" noProof="0" dirty="0"/>
              <a:t>VISIT OUR WEBSITE</a:t>
            </a:r>
            <a:br>
              <a:rPr lang="en-GB" noProof="0" dirty="0"/>
            </a:br>
            <a:r>
              <a:rPr lang="en-GB" noProof="0" dirty="0" err="1"/>
              <a:t>www.gu.se</a:t>
            </a:r>
            <a:endParaRPr lang="en-GB" noProof="0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72B8B3-D593-4C42-B664-337F7903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E914-7FC3-564D-B7ED-7BA3C4DE8EF1}" type="datetime1">
              <a:rPr lang="sv-SE" smtClean="0"/>
              <a:t>2026-01-08</a:t>
            </a:fld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A33A442-3EF5-6E4A-A95A-9C6FBBCF14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B1F25B73-0221-8B2E-0155-B2B3669D3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25423" y="922582"/>
            <a:ext cx="1888668" cy="1944217"/>
          </a:xfrm>
          <a:prstGeom prst="rect">
            <a:avLst/>
          </a:prstGeom>
        </p:spPr>
      </p:pic>
      <p:sp>
        <p:nvSpPr>
          <p:cNvPr id="7" name="Platshållare för sidfot 5">
            <a:extLst>
              <a:ext uri="{FF2B5EF4-FFF2-40B4-BE49-F238E27FC236}">
                <a16:creationId xmlns:a16="http://schemas.microsoft.com/office/drawing/2014/main" id="{9B7AEFD6-88CF-A4B3-1303-DA33BD770E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31725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sida A 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tshållare för text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4000" y="4522457"/>
            <a:ext cx="7920000" cy="162167"/>
          </a:xfrm>
        </p:spPr>
        <p:txBody>
          <a:bodyPr t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cap="all" baseline="0">
                <a:solidFill>
                  <a:schemeClr val="tx1"/>
                </a:solidFill>
                <a:latin typeface="Arial Narrow"/>
              </a:defRPr>
            </a:lvl1pPr>
          </a:lstStyle>
          <a:p>
            <a:pPr lvl="0"/>
            <a:r>
              <a:rPr lang="en-US" noProof="0" dirty="0"/>
              <a:t>Click to add name and title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2512509-058E-6340-B5DB-19C76E71D8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A64EDAC-536C-2849-AA01-14D646C9D2BB}" type="datetime1">
              <a:rPr lang="sv-SE" smtClean="0"/>
              <a:t>2026-01-08</a:t>
            </a:fld>
            <a:endParaRPr lang="sv-SE"/>
          </a:p>
        </p:txBody>
      </p:sp>
      <p:sp>
        <p:nvSpPr>
          <p:cNvPr id="24" name="Platshållare för bildnummer 23">
            <a:extLst>
              <a:ext uri="{FF2B5EF4-FFF2-40B4-BE49-F238E27FC236}">
                <a16:creationId xmlns:a16="http://schemas.microsoft.com/office/drawing/2014/main" id="{A73E69F8-58B5-6C47-87E6-F293CD36E99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2392BE0F-314D-54EB-7BB6-7E7002E394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136" y="2104613"/>
            <a:ext cx="7848440" cy="1820588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4800" b="1" i="0" cap="none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Narrow" panose="020B0606020202030204" pitchFamily="34" charset="0"/>
              </a:defRPr>
            </a:lvl1pPr>
          </a:lstStyle>
          <a:p>
            <a:r>
              <a:rPr lang="en-GB" noProof="0" dirty="0">
                <a:effectLst/>
              </a:rPr>
              <a:t>Add presentation title A </a:t>
            </a:r>
            <a:br>
              <a:rPr lang="en-GB" noProof="0" dirty="0">
                <a:effectLst/>
              </a:rPr>
            </a:br>
            <a:r>
              <a:rPr lang="en-GB" noProof="0" dirty="0">
                <a:effectLst/>
              </a:rPr>
              <a:t>(White background)</a:t>
            </a:r>
            <a:endParaRPr lang="sv-SE" noProof="0" dirty="0"/>
          </a:p>
        </p:txBody>
      </p:sp>
      <p:sp>
        <p:nvSpPr>
          <p:cNvPr id="4" name="Platshållare för text 5">
            <a:extLst>
              <a:ext uri="{FF2B5EF4-FFF2-40B4-BE49-F238E27FC236}">
                <a16:creationId xmlns:a16="http://schemas.microsoft.com/office/drawing/2014/main" id="{EAB8545C-E5DC-1F2A-FE19-DDC152CE51D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4000" y="-4763"/>
            <a:ext cx="858601" cy="871582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400">
                <a:solidFill>
                  <a:srgbClr val="004B89"/>
                </a:solidFill>
              </a:defRPr>
            </a:lvl1pPr>
          </a:lstStyle>
          <a:p>
            <a:pPr lvl="0"/>
            <a:endParaRPr lang="sv-SE" dirty="0"/>
          </a:p>
        </p:txBody>
      </p:sp>
      <p:sp>
        <p:nvSpPr>
          <p:cNvPr id="2" name="Platshållare för sidfot 5">
            <a:extLst>
              <a:ext uri="{FF2B5EF4-FFF2-40B4-BE49-F238E27FC236}">
                <a16:creationId xmlns:a16="http://schemas.microsoft.com/office/drawing/2014/main" id="{63128D7F-626D-38EE-8620-7969A5739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791549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sida C tonad platta på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8">
            <a:extLst>
              <a:ext uri="{FF2B5EF4-FFF2-40B4-BE49-F238E27FC236}">
                <a16:creationId xmlns:a16="http://schemas.microsoft.com/office/drawing/2014/main" id="{BB8A5726-8D6A-3A54-FD2E-BC653731D9D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76275" y="-4763"/>
            <a:ext cx="8467725" cy="4880769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sv-SE" dirty="0"/>
              <a:t>Dra och släpp bilden </a:t>
            </a:r>
            <a:br>
              <a:rPr lang="sv-SE" dirty="0"/>
            </a:br>
            <a:r>
              <a:rPr lang="sv-SE" dirty="0"/>
              <a:t>på denna grå yta</a:t>
            </a:r>
            <a:br>
              <a:rPr lang="sv-SE" dirty="0"/>
            </a:br>
            <a:r>
              <a:rPr lang="sv-SE" dirty="0"/>
              <a:t>längst till höger</a:t>
            </a:r>
          </a:p>
        </p:txBody>
      </p:sp>
      <p:sp>
        <p:nvSpPr>
          <p:cNvPr id="3" name="Platshållare för text 25">
            <a:extLst>
              <a:ext uri="{FF2B5EF4-FFF2-40B4-BE49-F238E27FC236}">
                <a16:creationId xmlns:a16="http://schemas.microsoft.com/office/drawing/2014/main" id="{868C3BAE-5705-F6E2-9E5F-BBC5F6108B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0"/>
            <a:ext cx="7537076" cy="4876006"/>
          </a:xfrm>
          <a:gradFill>
            <a:gsLst>
              <a:gs pos="99000">
                <a:schemeClr val="bg1"/>
              </a:gs>
              <a:gs pos="50000">
                <a:schemeClr val="bg1"/>
              </a:gs>
              <a:gs pos="5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10800000" scaled="0"/>
          </a:gradFill>
        </p:spPr>
        <p:txBody>
          <a:bodyPr vert="horz" wrap="none" lIns="0" tIns="180000" rIns="720000" bIns="18000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sv-SE" sz="4000" b="1" i="0" dirty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marL="180000" lvl="0" indent="-180000"/>
            <a:r>
              <a:rPr lang="sv-SE" dirty="0"/>
              <a:t> </a:t>
            </a:r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4000" y="4522457"/>
            <a:ext cx="7920000" cy="162167"/>
          </a:xfrm>
        </p:spPr>
        <p:txBody>
          <a:bodyPr t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cap="all" baseline="0">
                <a:solidFill>
                  <a:schemeClr val="tx1"/>
                </a:solidFill>
                <a:latin typeface="Arial Narrow"/>
              </a:defRPr>
            </a:lvl1pPr>
          </a:lstStyle>
          <a:p>
            <a:pPr lvl="0"/>
            <a:r>
              <a:rPr lang="en-US" noProof="0" dirty="0"/>
              <a:t>Click to add name and title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2512509-058E-6340-B5DB-19C76E71D8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A64EDAC-536C-2849-AA01-14D646C9D2BB}" type="datetime1">
              <a:rPr lang="sv-SE" smtClean="0"/>
              <a:t>2026-01-08</a:t>
            </a:fld>
            <a:endParaRPr lang="sv-SE"/>
          </a:p>
        </p:txBody>
      </p:sp>
      <p:sp>
        <p:nvSpPr>
          <p:cNvPr id="24" name="Platshållare för bildnummer 23">
            <a:extLst>
              <a:ext uri="{FF2B5EF4-FFF2-40B4-BE49-F238E27FC236}">
                <a16:creationId xmlns:a16="http://schemas.microsoft.com/office/drawing/2014/main" id="{A73E69F8-58B5-6C47-87E6-F293CD36E99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64A9FA70-7E92-714A-0972-04F6666A9C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8280" y="1938841"/>
            <a:ext cx="7848440" cy="1893373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4800" b="1" i="0" cap="none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GB" noProof="0" dirty="0">
                <a:effectLst/>
              </a:rPr>
              <a:t>Add presentation title C</a:t>
            </a:r>
            <a:br>
              <a:rPr lang="sv-SE" noProof="0" dirty="0"/>
            </a:br>
            <a:r>
              <a:rPr lang="sv-SE" noProof="0" dirty="0"/>
              <a:t>(Gradient </a:t>
            </a:r>
            <a:r>
              <a:rPr lang="sv-SE" noProof="0" dirty="0" err="1"/>
              <a:t>white</a:t>
            </a:r>
            <a:r>
              <a:rPr lang="sv-SE" noProof="0" dirty="0"/>
              <a:t> </a:t>
            </a:r>
            <a:r>
              <a:rPr lang="sv-SE" noProof="0" dirty="0" err="1"/>
              <a:t>plate</a:t>
            </a:r>
            <a:r>
              <a:rPr lang="sv-SE" noProof="0" dirty="0"/>
              <a:t> on IMAGE)</a:t>
            </a:r>
          </a:p>
        </p:txBody>
      </p:sp>
      <p:sp>
        <p:nvSpPr>
          <p:cNvPr id="7" name="Platshållare för text 5">
            <a:extLst>
              <a:ext uri="{FF2B5EF4-FFF2-40B4-BE49-F238E27FC236}">
                <a16:creationId xmlns:a16="http://schemas.microsoft.com/office/drawing/2014/main" id="{82EB71E3-3A7A-B1C0-73C8-6AF05544B8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4000" y="-4763"/>
            <a:ext cx="858601" cy="871582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400">
                <a:solidFill>
                  <a:srgbClr val="004B89"/>
                </a:solidFill>
              </a:defRPr>
            </a:lvl1pPr>
          </a:lstStyle>
          <a:p>
            <a:pPr lvl="0"/>
            <a:endParaRPr lang="sv-SE" dirty="0"/>
          </a:p>
        </p:txBody>
      </p:sp>
      <p:sp>
        <p:nvSpPr>
          <p:cNvPr id="2" name="Platshållare för sidfot 5">
            <a:extLst>
              <a:ext uri="{FF2B5EF4-FFF2-40B4-BE49-F238E27FC236}">
                <a16:creationId xmlns:a16="http://schemas.microsoft.com/office/drawing/2014/main" id="{C4EA7A81-6A64-7D70-EE19-0A1D4D591F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658207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ytt avsnitt B Bildbakgr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2CC256A-91C5-5D49-9F38-9D84CA3E7C8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8125BBA-1A33-424D-850B-399FE7F35543}" type="datetime1">
              <a:rPr lang="sv-SE" smtClean="0"/>
              <a:t>2026-01-08</a:t>
            </a:fld>
            <a:endParaRPr lang="sv-SE"/>
          </a:p>
        </p:txBody>
      </p:sp>
      <p:sp>
        <p:nvSpPr>
          <p:cNvPr id="17" name="Platshållare för bildnummer 16">
            <a:extLst>
              <a:ext uri="{FF2B5EF4-FFF2-40B4-BE49-F238E27FC236}">
                <a16:creationId xmlns:a16="http://schemas.microsoft.com/office/drawing/2014/main" id="{144E5D64-BA7D-2D42-884F-C8AE63D88D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1" name="Rubrik 4">
            <a:extLst>
              <a:ext uri="{FF2B5EF4-FFF2-40B4-BE49-F238E27FC236}">
                <a16:creationId xmlns:a16="http://schemas.microsoft.com/office/drawing/2014/main" id="{520BE267-42B3-1340-9ACF-CC68A1C39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07654"/>
            <a:ext cx="8064000" cy="594000"/>
          </a:xfrm>
          <a:effectLst/>
        </p:spPr>
        <p:txBody>
          <a:bodyPr vert="horz" lIns="0" tIns="0" rIns="0" bIns="0" rtlCol="0" anchor="t" anchorCtr="0">
            <a:noAutofit/>
          </a:bodyPr>
          <a:lstStyle>
            <a:lvl1pPr marL="0" marR="0" indent="0" algn="ctr" defTabSz="457200" rtl="0" eaLnBrk="0" fontAlgn="base" latinLnBrk="0" hangingPunct="0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sv-SE" sz="4000" i="0" cap="none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New section header</a:t>
            </a:r>
          </a:p>
        </p:txBody>
      </p:sp>
      <p:sp>
        <p:nvSpPr>
          <p:cNvPr id="12" name="Platshållare för text 14">
            <a:extLst>
              <a:ext uri="{FF2B5EF4-FFF2-40B4-BE49-F238E27FC236}">
                <a16:creationId xmlns:a16="http://schemas.microsoft.com/office/drawing/2014/main" id="{71050712-BF84-7C40-B19A-341E7325F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2499742"/>
            <a:ext cx="7960764" cy="914400"/>
          </a:xfrm>
          <a:effectLst/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GB" noProof="0" dirty="0"/>
              <a:t>Subtitle</a:t>
            </a:r>
          </a:p>
        </p:txBody>
      </p:sp>
      <p:sp>
        <p:nvSpPr>
          <p:cNvPr id="4" name="Platshållare för sidfot 5">
            <a:extLst>
              <a:ext uri="{FF2B5EF4-FFF2-40B4-BE49-F238E27FC236}">
                <a16:creationId xmlns:a16="http://schemas.microsoft.com/office/drawing/2014/main" id="{67CE5172-6F55-45FA-47A8-D4608AB91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235214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 C Tonad vit textplatta">
    <p:bg>
      <p:bgPr>
        <a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bild 8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55967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t" anchorCtr="0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on the </a:t>
            </a:r>
            <a:r>
              <a:rPr lang="sv-SE" noProof="0" dirty="0" err="1"/>
              <a:t>icon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2CC256A-91C5-5D49-9F38-9D84CA3E7C8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E943903-E894-A247-9544-C1B94E8AA9DA}" type="datetime1">
              <a:rPr lang="sv-SE" smtClean="0"/>
              <a:t>2026-01-08</a:t>
            </a:fld>
            <a:endParaRPr lang="sv-SE"/>
          </a:p>
        </p:txBody>
      </p:sp>
      <p:sp>
        <p:nvSpPr>
          <p:cNvPr id="17" name="Platshållare för bildnummer 16">
            <a:extLst>
              <a:ext uri="{FF2B5EF4-FFF2-40B4-BE49-F238E27FC236}">
                <a16:creationId xmlns:a16="http://schemas.microsoft.com/office/drawing/2014/main" id="{144E5D64-BA7D-2D42-884F-C8AE63D88D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Platshållare för text 25">
            <a:extLst>
              <a:ext uri="{FF2B5EF4-FFF2-40B4-BE49-F238E27FC236}">
                <a16:creationId xmlns:a16="http://schemas.microsoft.com/office/drawing/2014/main" id="{0AAE532A-F9B4-1356-9F00-7E3EB7DD5D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11169" y="2665852"/>
            <a:ext cx="7252231" cy="1594622"/>
          </a:xfrm>
          <a:gradFill>
            <a:gsLst>
              <a:gs pos="1000">
                <a:schemeClr val="bg1"/>
              </a:gs>
              <a:gs pos="71000">
                <a:schemeClr val="bg1"/>
              </a:gs>
              <a:gs pos="97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10800000" scaled="0"/>
          </a:gradFill>
        </p:spPr>
        <p:txBody>
          <a:bodyPr vert="horz" wrap="none" lIns="1404000" tIns="180000" rIns="720000" bIns="180000" rtlCol="0"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lang="sv-SE" sz="4000" b="1" i="0" dirty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marL="180000" lvl="0" indent="-180000"/>
            <a:r>
              <a:rPr lang="en-GB" noProof="0" dirty="0"/>
              <a:t>New section header,</a:t>
            </a:r>
            <a:br>
              <a:rPr lang="en-GB" noProof="0" dirty="0"/>
            </a:br>
            <a:r>
              <a:rPr lang="en-GB" noProof="0" dirty="0"/>
              <a:t>(Gradient white text box)</a:t>
            </a:r>
          </a:p>
        </p:txBody>
      </p:sp>
      <p:sp>
        <p:nvSpPr>
          <p:cNvPr id="5" name="Platshållare för sidfot 5">
            <a:extLst>
              <a:ext uri="{FF2B5EF4-FFF2-40B4-BE49-F238E27FC236}">
                <a16:creationId xmlns:a16="http://schemas.microsoft.com/office/drawing/2014/main" id="{A395B3DA-67C0-EE74-02A0-C429AFAB7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27655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261A4F72-0ADC-154C-B685-D17A84AD1A0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23ABDC5-7DB3-6148-9256-04F8C8994448}" type="datetime1">
              <a:rPr lang="sv-SE" smtClean="0"/>
              <a:t>2026-01-08</a:t>
            </a:fld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758F675D-2A63-4E41-ACC6-FC756694E92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1" y="1440000"/>
            <a:ext cx="6408279" cy="2939990"/>
          </a:xfrm>
        </p:spPr>
        <p:txBody>
          <a:bodyPr>
            <a:normAutofit/>
          </a:bodyPr>
          <a:lstStyle>
            <a:lvl1pPr marL="216000" indent="-216000"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2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48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4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0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10" name="Rubrik 5">
            <a:extLst>
              <a:ext uri="{FF2B5EF4-FFF2-40B4-BE49-F238E27FC236}">
                <a16:creationId xmlns:a16="http://schemas.microsoft.com/office/drawing/2014/main" id="{B3AB4A1A-A57A-A74C-B584-46E088ED2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7831350" cy="569407"/>
          </a:xfrm>
        </p:spPr>
        <p:txBody>
          <a:bodyPr anchor="t" anchorCtr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5" name="Platshållare för sidfot 5">
            <a:extLst>
              <a:ext uri="{FF2B5EF4-FFF2-40B4-BE49-F238E27FC236}">
                <a16:creationId xmlns:a16="http://schemas.microsoft.com/office/drawing/2014/main" id="{EE0D968F-9BCB-F281-F264-BB40FD91D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599099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sdel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0" y="1440000"/>
            <a:ext cx="3816000" cy="2939990"/>
          </a:xfrm>
        </p:spPr>
        <p:txBody>
          <a:bodyPr/>
          <a:lstStyle>
            <a:lvl1pPr marL="216000" indent="-216000"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32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648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864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080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8" name="Platshållare för innehåll 3"/>
          <p:cNvSpPr>
            <a:spLocks noGrp="1"/>
          </p:cNvSpPr>
          <p:nvPr>
            <p:ph sz="quarter" idx="13" hasCustomPrompt="1"/>
          </p:nvPr>
        </p:nvSpPr>
        <p:spPr>
          <a:xfrm>
            <a:off x="4716016" y="1440000"/>
            <a:ext cx="3816000" cy="2939990"/>
          </a:xfrm>
        </p:spPr>
        <p:txBody>
          <a:bodyPr/>
          <a:lstStyle>
            <a:lvl1pPr marL="216000" indent="-216000"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32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648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864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080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611A8AC-4C13-B14F-B14C-5BB47D5CB15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4C62DA2-9266-1E47-803D-608D6A00DCEC}" type="datetime1">
              <a:rPr lang="sv-SE" smtClean="0"/>
              <a:t>2026-01-08</a:t>
            </a:fld>
            <a:endParaRPr lang="sv-SE"/>
          </a:p>
        </p:txBody>
      </p:sp>
      <p:sp>
        <p:nvSpPr>
          <p:cNvPr id="21" name="Platshållare för bildnummer 20">
            <a:extLst>
              <a:ext uri="{FF2B5EF4-FFF2-40B4-BE49-F238E27FC236}">
                <a16:creationId xmlns:a16="http://schemas.microsoft.com/office/drawing/2014/main" id="{706E54E7-61AA-0F47-A71D-70884C2945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9" name="Rubrik 5">
            <a:extLst>
              <a:ext uri="{FF2B5EF4-FFF2-40B4-BE49-F238E27FC236}">
                <a16:creationId xmlns:a16="http://schemas.microsoft.com/office/drawing/2014/main" id="{E9A697CC-9259-9E4A-A6D3-210CEB8670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7831350" cy="569407"/>
          </a:xfrm>
        </p:spPr>
        <p:txBody>
          <a:bodyPr anchor="t" anchorCtr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4" name="Platshållare för sidfot 5">
            <a:extLst>
              <a:ext uri="{FF2B5EF4-FFF2-40B4-BE49-F238E27FC236}">
                <a16:creationId xmlns:a16="http://schemas.microsoft.com/office/drawing/2014/main" id="{7936CA83-568C-D04A-9C27-9A2627DB4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219846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fik att animera från vän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699936" y="0"/>
            <a:ext cx="2991600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  <a:br>
              <a:rPr lang="sv-SE" noProof="0" dirty="0"/>
            </a:b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4103878" y="1440000"/>
            <a:ext cx="4561820" cy="2942564"/>
          </a:xfrm>
        </p:spPr>
        <p:txBody>
          <a:bodyPr/>
          <a:lstStyle>
            <a:lvl1pPr marL="216000" indent="-216000"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32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648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864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080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EF64341-C2E0-534E-B80A-73454D73D2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EBAC4CF-9858-6A4D-B4A9-BB4989F51960}" type="datetime1">
              <a:rPr lang="sv-SE" smtClean="0"/>
              <a:t>2026-01-08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8424E00-2E58-8F40-A5E1-C5CC2E1714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4A046CDC-B1E2-0B4F-AE67-FFD8B97568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878" y="504000"/>
            <a:ext cx="4561820" cy="569407"/>
          </a:xfrm>
        </p:spPr>
        <p:txBody>
          <a:bodyPr anchor="t" anchorCtr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33" name="Platshållare för text 30">
            <a:extLst>
              <a:ext uri="{FF2B5EF4-FFF2-40B4-BE49-F238E27FC236}">
                <a16:creationId xmlns:a16="http://schemas.microsoft.com/office/drawing/2014/main" id="{614EB11D-B892-740C-7CEB-7970F2F62D8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9427" y="2560204"/>
            <a:ext cx="1994338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NUMBERS</a:t>
            </a:r>
          </a:p>
        </p:txBody>
      </p:sp>
      <p:sp>
        <p:nvSpPr>
          <p:cNvPr id="2" name="Platshållare för text 30">
            <a:extLst>
              <a:ext uri="{FF2B5EF4-FFF2-40B4-BE49-F238E27FC236}">
                <a16:creationId xmlns:a16="http://schemas.microsoft.com/office/drawing/2014/main" id="{AD80144D-33B7-467F-8E1B-A0FAE80E4D8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-9427" y="3239473"/>
            <a:ext cx="1221690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4" name="Platshållare för text 30">
            <a:extLst>
              <a:ext uri="{FF2B5EF4-FFF2-40B4-BE49-F238E27FC236}">
                <a16:creationId xmlns:a16="http://schemas.microsoft.com/office/drawing/2014/main" id="{E0C6D6DC-99A7-D25A-005F-E94B19F9A29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9427" y="3918742"/>
            <a:ext cx="1941439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PROCENT</a:t>
            </a:r>
          </a:p>
        </p:txBody>
      </p:sp>
      <p:sp>
        <p:nvSpPr>
          <p:cNvPr id="9" name="Platshållare för sidfot 5">
            <a:extLst>
              <a:ext uri="{FF2B5EF4-FFF2-40B4-BE49-F238E27FC236}">
                <a16:creationId xmlns:a16="http://schemas.microsoft.com/office/drawing/2014/main" id="{A72BA4D8-07F0-6C83-C14D-6E72184AE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234171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 animBg="1">
        <p:tmplLst>
          <p:tmpl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 uiExpand="1" build="p" animBg="1">
        <p:tmplLst>
          <p:tmpl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uiExpand="1" build="p" animBg="1">
        <p:tmplLst>
          <p:tmpl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fik att animera från hö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3568" y="504000"/>
            <a:ext cx="6122917" cy="569407"/>
          </a:xfrm>
        </p:spPr>
        <p:txBody>
          <a:bodyPr anchor="t" anchorCtr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3568" y="1440000"/>
            <a:ext cx="6122917" cy="2989462"/>
          </a:xfrm>
        </p:spPr>
        <p:txBody>
          <a:bodyPr/>
          <a:lstStyle>
            <a:lvl1pPr marL="216000" indent="-216000"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32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648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864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080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EF64341-C2E0-534E-B80A-73454D73D2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BBBEC12-E6CA-AE43-ABFD-43835A99E9B7}" type="datetime1">
              <a:rPr lang="sv-SE" smtClean="0"/>
              <a:t>2026-01-08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8424E00-2E58-8F40-A5E1-C5CC2E1714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4" name="Platshållare för text 30">
            <a:extLst>
              <a:ext uri="{FF2B5EF4-FFF2-40B4-BE49-F238E27FC236}">
                <a16:creationId xmlns:a16="http://schemas.microsoft.com/office/drawing/2014/main" id="{21F4FB2E-9744-F650-ED71-E6A1EAF8266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49662" y="2560204"/>
            <a:ext cx="1994338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NUMBERS</a:t>
            </a:r>
          </a:p>
        </p:txBody>
      </p:sp>
      <p:sp>
        <p:nvSpPr>
          <p:cNvPr id="6" name="Platshållare för text 30">
            <a:extLst>
              <a:ext uri="{FF2B5EF4-FFF2-40B4-BE49-F238E27FC236}">
                <a16:creationId xmlns:a16="http://schemas.microsoft.com/office/drawing/2014/main" id="{82712DDD-E63D-8A4A-BD77-CE192725ED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922310" y="3239473"/>
            <a:ext cx="1221690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8" name="Platshållare för text 30">
            <a:extLst>
              <a:ext uri="{FF2B5EF4-FFF2-40B4-BE49-F238E27FC236}">
                <a16:creationId xmlns:a16="http://schemas.microsoft.com/office/drawing/2014/main" id="{B2366CB3-9FFB-023F-529F-30FD219F8AE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2561" y="3918742"/>
            <a:ext cx="1941439" cy="514738"/>
          </a:xfrm>
          <a:solidFill>
            <a:schemeClr val="accent1"/>
          </a:solidFill>
        </p:spPr>
        <p:txBody>
          <a:bodyPr wrap="none" lIns="216000" tIns="72000" rIns="216000" bIns="72000"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lang="sv-SE" sz="2400" b="1" kern="1200" dirty="0">
                <a:solidFill>
                  <a:srgbClr val="A9D9E5"/>
                </a:solidFill>
                <a:latin typeface="Arial"/>
                <a:ea typeface="ＭＳ Ｐゴシック"/>
                <a:cs typeface="Arial"/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sv-SE" dirty="0"/>
              <a:t>PROCENT</a:t>
            </a:r>
          </a:p>
        </p:txBody>
      </p:sp>
      <p:sp>
        <p:nvSpPr>
          <p:cNvPr id="9" name="Platshållare för sidfot 5">
            <a:extLst>
              <a:ext uri="{FF2B5EF4-FFF2-40B4-BE49-F238E27FC236}">
                <a16:creationId xmlns:a16="http://schemas.microsoft.com/office/drawing/2014/main" id="{F3AF2B06-19BF-2BB4-ADF5-95C6E6F68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54192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>
        <p:tmplLst>
          <p:tmpl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uiExpand="1" build="p" animBg="1">
        <p:tmplLst>
          <p:tmpl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uiExpand="1" build="p" animBg="1">
        <p:tmplLst>
          <p:tmpl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rtgrafi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249BE9CB-78B6-B903-4445-E208B70FCD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0025" y="78797"/>
            <a:ext cx="7772400" cy="4650153"/>
          </a:xfrm>
          <a:prstGeom prst="rect">
            <a:avLst/>
          </a:prstGeom>
          <a:noFill/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3568" y="504000"/>
            <a:ext cx="6479232" cy="569407"/>
          </a:xfrm>
        </p:spPr>
        <p:txBody>
          <a:bodyPr anchor="t" anchorCtr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3568" y="1440000"/>
            <a:ext cx="4888971" cy="2989462"/>
          </a:xfrm>
        </p:spPr>
        <p:txBody>
          <a:bodyPr/>
          <a:lstStyle>
            <a:lvl1pPr marL="216000" indent="-216000"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32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648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864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080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EF64341-C2E0-534E-B80A-73454D73D2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BBBEC12-E6CA-AE43-ABFD-43835A99E9B7}" type="datetime1">
              <a:rPr lang="sv-SE" smtClean="0"/>
              <a:t>2026-01-08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8424E00-2E58-8F40-A5E1-C5CC2E1714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Platshållare för sidfot 5">
            <a:extLst>
              <a:ext uri="{FF2B5EF4-FFF2-40B4-BE49-F238E27FC236}">
                <a16:creationId xmlns:a16="http://schemas.microsoft.com/office/drawing/2014/main" id="{AD36B646-DEAF-2729-E4C9-60F0F8F70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235445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 bild vänster och innehåll hö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699936" y="0"/>
            <a:ext cx="2991600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  <a:br>
              <a:rPr lang="sv-SE" noProof="0" dirty="0"/>
            </a:b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4103878" y="1440000"/>
            <a:ext cx="4561820" cy="2942564"/>
          </a:xfrm>
        </p:spPr>
        <p:txBody>
          <a:bodyPr/>
          <a:lstStyle>
            <a:lvl1pPr marL="216000" indent="-216000"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32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648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864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080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EF64341-C2E0-534E-B80A-73454D73D2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B88A462-2E10-984D-BF7E-477088741950}" type="datetime1">
              <a:rPr lang="sv-SE" smtClean="0"/>
              <a:t>2026-01-08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8424E00-2E58-8F40-A5E1-C5CC2E1714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4A046CDC-B1E2-0B4F-AE67-FFD8B97568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878" y="504000"/>
            <a:ext cx="4561820" cy="569407"/>
          </a:xfrm>
        </p:spPr>
        <p:txBody>
          <a:bodyPr anchor="t" anchorCtr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4" name="Platshållare för sidfot 5">
            <a:extLst>
              <a:ext uri="{FF2B5EF4-FFF2-40B4-BE49-F238E27FC236}">
                <a16:creationId xmlns:a16="http://schemas.microsoft.com/office/drawing/2014/main" id="{480E7407-02CA-8D12-92FA-33B33807A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01241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håll vänster och smal bild hö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5508683" y="0"/>
            <a:ext cx="2992081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  <a:br>
              <a:rPr lang="sv-SE" noProof="0" dirty="0"/>
            </a:b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3568" y="504000"/>
            <a:ext cx="4465207" cy="569407"/>
          </a:xfrm>
        </p:spPr>
        <p:txBody>
          <a:bodyPr anchor="t" anchorCtr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3568" y="1440000"/>
            <a:ext cx="4465207" cy="2989462"/>
          </a:xfrm>
        </p:spPr>
        <p:txBody>
          <a:bodyPr/>
          <a:lstStyle>
            <a:lvl1pPr marL="216000" indent="-216000"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32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648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864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080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EF64341-C2E0-534E-B80A-73454D73D2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BBBEC12-E6CA-AE43-ABFD-43835A99E9B7}" type="datetime1">
              <a:rPr lang="sv-SE" smtClean="0"/>
              <a:t>2026-01-08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8424E00-2E58-8F40-A5E1-C5CC2E1714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CF629FC5-55F2-1AE4-916C-26AF04F0D2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47372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 och innehåll hö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4572001" cy="48744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  <a:br>
              <a:rPr lang="sv-SE" noProof="0" dirty="0"/>
            </a:b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4932448" y="1440000"/>
            <a:ext cx="3672000" cy="2989462"/>
          </a:xfrm>
        </p:spPr>
        <p:txBody>
          <a:bodyPr/>
          <a:lstStyle>
            <a:lvl1pPr marL="216000" indent="-216000"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32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648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864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080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77ED9F3-A6A0-5241-BDD7-09BDFB6C06C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92183EC-3300-1E4C-B74F-7ACAA0E7918C}" type="datetime1">
              <a:rPr lang="sv-SE" smtClean="0"/>
              <a:t>2026-01-08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ACD28FC-F82C-2644-96D2-6FAC48EB3E8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E269CEC0-D993-D844-9A1F-87AB9ECBC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448" y="504000"/>
            <a:ext cx="3582902" cy="569407"/>
          </a:xfrm>
        </p:spPr>
        <p:txBody>
          <a:bodyPr anchor="t" anchorCtr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4" name="Platshållare för sidfot 5">
            <a:extLst>
              <a:ext uri="{FF2B5EF4-FFF2-40B4-BE49-F238E27FC236}">
                <a16:creationId xmlns:a16="http://schemas.microsoft.com/office/drawing/2014/main" id="{7F45A388-3FC2-108F-F1E5-DD7C82FA4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558012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håll vänster och stor bild hö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4572000" y="0"/>
            <a:ext cx="4572001" cy="48744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image</a:t>
            </a:r>
            <a:br>
              <a:rPr lang="sv-SE" noProof="0" dirty="0"/>
            </a:b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sv-SE" noProof="0" dirty="0"/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77ED9F3-A6A0-5241-BDD7-09BDFB6C06C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0DA9FFA-7B23-EE44-B126-BB3E8E9B7BA5}" type="datetime1">
              <a:rPr lang="sv-SE" smtClean="0"/>
              <a:t>2026-01-08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ACD28FC-F82C-2644-96D2-6FAC48EB3E8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20180891-C7BE-A671-BADA-6A1F103591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569" y="504000"/>
            <a:ext cx="3239278" cy="569407"/>
          </a:xfrm>
        </p:spPr>
        <p:txBody>
          <a:bodyPr anchor="t" anchorCtr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4" name="Platshållare för innehåll 2">
            <a:extLst>
              <a:ext uri="{FF2B5EF4-FFF2-40B4-BE49-F238E27FC236}">
                <a16:creationId xmlns:a16="http://schemas.microsoft.com/office/drawing/2014/main" id="{46459DD7-BA52-1523-C65E-B19E7F63DE9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3568" y="1440000"/>
            <a:ext cx="3239279" cy="2989462"/>
          </a:xfrm>
        </p:spPr>
        <p:txBody>
          <a:bodyPr/>
          <a:lstStyle>
            <a:lvl1pPr marL="216000" indent="-216000"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32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648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864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080000" indent="-216000"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7" name="Platshållare för sidfot 5">
            <a:extLst>
              <a:ext uri="{FF2B5EF4-FFF2-40B4-BE49-F238E27FC236}">
                <a16:creationId xmlns:a16="http://schemas.microsoft.com/office/drawing/2014/main" id="{223E7B99-5439-7A72-4508-096506473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99268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lage innehållsdel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77ED9F3-A6A0-5241-BDD7-09BDFB6C06C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1508FDF-FD9B-7A45-AF1D-5AA275C6C901}" type="datetime1">
              <a:rPr lang="sv-SE" smtClean="0"/>
              <a:t>2026-01-08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ACD28FC-F82C-2644-96D2-6FAC48EB3E8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20180891-C7BE-A671-BADA-6A1F103591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568" y="365060"/>
            <a:ext cx="7817196" cy="569407"/>
          </a:xfrm>
        </p:spPr>
        <p:txBody>
          <a:bodyPr anchor="t" anchorCtr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9" name="Platshållare för innehåll 18">
            <a:extLst>
              <a:ext uri="{FF2B5EF4-FFF2-40B4-BE49-F238E27FC236}">
                <a16:creationId xmlns:a16="http://schemas.microsoft.com/office/drawing/2014/main" id="{D923B312-6493-0940-D452-E838DFFBFC0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83567" y="852356"/>
            <a:ext cx="2448571" cy="1149350"/>
          </a:xfrm>
          <a:solidFill>
            <a:srgbClr val="6179B9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2" name="Platshållare för innehåll 18">
            <a:extLst>
              <a:ext uri="{FF2B5EF4-FFF2-40B4-BE49-F238E27FC236}">
                <a16:creationId xmlns:a16="http://schemas.microsoft.com/office/drawing/2014/main" id="{20B5E7D0-5838-7DF6-9FF8-501C90DEBA8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405851" y="852356"/>
            <a:ext cx="2448571" cy="1149350"/>
          </a:xfrm>
          <a:solidFill>
            <a:srgbClr val="55748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3" name="Platshållare för innehåll 18">
            <a:extLst>
              <a:ext uri="{FF2B5EF4-FFF2-40B4-BE49-F238E27FC236}">
                <a16:creationId xmlns:a16="http://schemas.microsoft.com/office/drawing/2014/main" id="{1FE032FB-43A6-56B0-B9F4-49D4D47EE65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091177" y="852356"/>
            <a:ext cx="2448571" cy="1149350"/>
          </a:xfrm>
          <a:solidFill>
            <a:srgbClr val="498AAC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4" name="Platshållare för innehåll 18">
            <a:extLst>
              <a:ext uri="{FF2B5EF4-FFF2-40B4-BE49-F238E27FC236}">
                <a16:creationId xmlns:a16="http://schemas.microsoft.com/office/drawing/2014/main" id="{047AA67B-8D3D-FE02-827D-F7FC8BCB20E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3395" y="2201379"/>
            <a:ext cx="2448571" cy="1149350"/>
          </a:xfrm>
          <a:solidFill>
            <a:srgbClr val="809EBD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5" name="Platshållare för innehåll 18">
            <a:extLst>
              <a:ext uri="{FF2B5EF4-FFF2-40B4-BE49-F238E27FC236}">
                <a16:creationId xmlns:a16="http://schemas.microsoft.com/office/drawing/2014/main" id="{7048CAB7-8FFD-D246-472C-410650E242F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05851" y="2193395"/>
            <a:ext cx="2448571" cy="1149350"/>
          </a:xfrm>
          <a:solidFill>
            <a:srgbClr val="069AB7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6" name="Platshållare för innehåll 18">
            <a:extLst>
              <a:ext uri="{FF2B5EF4-FFF2-40B4-BE49-F238E27FC236}">
                <a16:creationId xmlns:a16="http://schemas.microsoft.com/office/drawing/2014/main" id="{C37BE115-C4DC-CD42-898B-DB101738CBB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088338" y="2193395"/>
            <a:ext cx="2448571" cy="1149350"/>
          </a:xfrm>
          <a:solidFill>
            <a:srgbClr val="014B89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7" name="Platshållare för innehåll 18">
            <a:extLst>
              <a:ext uri="{FF2B5EF4-FFF2-40B4-BE49-F238E27FC236}">
                <a16:creationId xmlns:a16="http://schemas.microsoft.com/office/drawing/2014/main" id="{7E9887A3-3725-37A3-BC82-5780F6590C40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83395" y="3542418"/>
            <a:ext cx="2448571" cy="1149350"/>
          </a:xfrm>
          <a:solidFill>
            <a:srgbClr val="4F91CA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8" name="Platshållare för innehåll 18">
            <a:extLst>
              <a:ext uri="{FF2B5EF4-FFF2-40B4-BE49-F238E27FC236}">
                <a16:creationId xmlns:a16="http://schemas.microsoft.com/office/drawing/2014/main" id="{C2860193-56B3-E1F9-D734-246BADE30C1F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67880" y="3542418"/>
            <a:ext cx="2448571" cy="1149350"/>
          </a:xfrm>
          <a:solidFill>
            <a:srgbClr val="498AAC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29" name="Platshållare för innehåll 18">
            <a:extLst>
              <a:ext uri="{FF2B5EF4-FFF2-40B4-BE49-F238E27FC236}">
                <a16:creationId xmlns:a16="http://schemas.microsoft.com/office/drawing/2014/main" id="{BA879A60-03D9-A7DC-ACB6-726A28B421E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88338" y="3542418"/>
            <a:ext cx="2448571" cy="1149350"/>
          </a:xfrm>
          <a:solidFill>
            <a:srgbClr val="0064BA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Text, bild eller</a:t>
            </a:r>
            <a:br>
              <a:rPr lang="sv-SE" dirty="0"/>
            </a:br>
            <a:r>
              <a:rPr lang="sv-SE" dirty="0"/>
              <a:t>annat innehåll</a:t>
            </a:r>
          </a:p>
        </p:txBody>
      </p:sp>
      <p:sp>
        <p:nvSpPr>
          <p:cNvPr id="5" name="Platshållare för sidfot 5">
            <a:extLst>
              <a:ext uri="{FF2B5EF4-FFF2-40B4-BE49-F238E27FC236}">
                <a16:creationId xmlns:a16="http://schemas.microsoft.com/office/drawing/2014/main" id="{95C4017E-1EA5-D836-1644-6B6E1C532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66956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perso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text 4">
            <a:extLst>
              <a:ext uri="{FF2B5EF4-FFF2-40B4-BE49-F238E27FC236}">
                <a16:creationId xmlns:a16="http://schemas.microsoft.com/office/drawing/2014/main" id="{F28A53A0-17EF-557E-7343-D724F54ED1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75407" y="900581"/>
            <a:ext cx="1807755" cy="3974632"/>
          </a:xfrm>
          <a:solidFill>
            <a:srgbClr val="6F76C0"/>
          </a:solidFill>
        </p:spPr>
        <p:txBody>
          <a:bodyPr vert="horz" lIns="0" tIns="0" rIns="0" bIns="0" rtlCol="0">
            <a:normAutofit/>
          </a:bodyPr>
          <a:lstStyle>
            <a:lvl1pPr>
              <a:defRPr lang="sv-SE" dirty="0">
                <a:solidFill>
                  <a:srgbClr val="6F75C0"/>
                </a:solidFill>
              </a:defRPr>
            </a:lvl1pPr>
          </a:lstStyle>
          <a:p>
            <a:pPr marL="0" lvl="0" indent="0">
              <a:buNone/>
            </a:pPr>
            <a:r>
              <a:rPr lang="sv-SE" dirty="0"/>
              <a:t> </a:t>
            </a:r>
          </a:p>
        </p:txBody>
      </p:sp>
      <p:sp>
        <p:nvSpPr>
          <p:cNvPr id="10" name="Platshållare för bild 38">
            <a:extLst>
              <a:ext uri="{FF2B5EF4-FFF2-40B4-BE49-F238E27FC236}">
                <a16:creationId xmlns:a16="http://schemas.microsoft.com/office/drawing/2014/main" id="{C85180D1-0A8A-1434-FE4C-16C75EB2DF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32874" y="1083492"/>
            <a:ext cx="1508125" cy="18018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Click to add image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71" name="Rubrik 1">
            <a:extLst>
              <a:ext uri="{FF2B5EF4-FFF2-40B4-BE49-F238E27FC236}">
                <a16:creationId xmlns:a16="http://schemas.microsoft.com/office/drawing/2014/main" id="{31F8B52D-03AD-F046-2D6C-AD0359F2B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568" y="365060"/>
            <a:ext cx="7817196" cy="569407"/>
          </a:xfrm>
        </p:spPr>
        <p:txBody>
          <a:bodyPr anchor="t" anchorCtr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2" name="Platshållare för text 4">
            <a:extLst>
              <a:ext uri="{FF2B5EF4-FFF2-40B4-BE49-F238E27FC236}">
                <a16:creationId xmlns:a16="http://schemas.microsoft.com/office/drawing/2014/main" id="{B0AB3990-816D-F8C3-88EF-9EA9403EA7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79204" y="900581"/>
            <a:ext cx="1807755" cy="3974632"/>
          </a:xfr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algn="l">
              <a:defRPr lang="sv-SE" dirty="0">
                <a:solidFill>
                  <a:srgbClr val="346596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sv-SE" dirty="0"/>
              <a:t> </a:t>
            </a:r>
          </a:p>
        </p:txBody>
      </p:sp>
      <p:sp>
        <p:nvSpPr>
          <p:cNvPr id="3" name="Platshållare för text 4">
            <a:extLst>
              <a:ext uri="{FF2B5EF4-FFF2-40B4-BE49-F238E27FC236}">
                <a16:creationId xmlns:a16="http://schemas.microsoft.com/office/drawing/2014/main" id="{DA766451-66A8-0508-EBEC-9D23F3400B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77306" y="900581"/>
            <a:ext cx="1807755" cy="3974632"/>
          </a:xfrm>
          <a:solidFill>
            <a:srgbClr val="4D91CA"/>
          </a:solidFill>
        </p:spPr>
        <p:txBody>
          <a:bodyPr vert="horz" lIns="0" tIns="0" rIns="0" bIns="0" rtlCol="0">
            <a:normAutofit/>
          </a:bodyPr>
          <a:lstStyle>
            <a:lvl1pPr>
              <a:defRPr lang="sv-SE" dirty="0">
                <a:solidFill>
                  <a:srgbClr val="4C91CB"/>
                </a:solidFill>
              </a:defRPr>
            </a:lvl1pPr>
          </a:lstStyle>
          <a:p>
            <a:pPr marL="0" lvl="0" indent="0">
              <a:buNone/>
            </a:pPr>
            <a:r>
              <a:rPr lang="sv-SE" dirty="0"/>
              <a:t> 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A2F1FCFC-2072-CE53-8ABF-49034DA74C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3508" y="900581"/>
            <a:ext cx="1807755" cy="3974632"/>
          </a:xfrm>
          <a:solidFill>
            <a:srgbClr val="009AB9"/>
          </a:solidFill>
        </p:spPr>
        <p:txBody>
          <a:bodyPr vert="horz" lIns="0" tIns="0" rIns="0" bIns="0" rtlCol="0">
            <a:normAutofit/>
          </a:bodyPr>
          <a:lstStyle>
            <a:lvl1pPr>
              <a:lnSpc>
                <a:spcPct val="100000"/>
              </a:lnSpc>
              <a:buFontTx/>
              <a:buNone/>
              <a:defRPr lang="sv-SE" baseline="0" dirty="0">
                <a:solidFill>
                  <a:srgbClr val="009AB8"/>
                </a:solidFill>
              </a:defRPr>
            </a:lvl1pPr>
          </a:lstStyle>
          <a:p>
            <a:pPr marL="0" lvl="0" indent="0">
              <a:buNone/>
            </a:pPr>
            <a:r>
              <a:rPr lang="sv-SE" dirty="0"/>
              <a:t> </a:t>
            </a:r>
          </a:p>
        </p:txBody>
      </p:sp>
      <p:sp>
        <p:nvSpPr>
          <p:cNvPr id="8" name="Platshållare för bild 38">
            <a:extLst>
              <a:ext uri="{FF2B5EF4-FFF2-40B4-BE49-F238E27FC236}">
                <a16:creationId xmlns:a16="http://schemas.microsoft.com/office/drawing/2014/main" id="{AFC317AA-789F-2C50-8D3C-898E38C2728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8814" y="2921000"/>
            <a:ext cx="1508125" cy="18018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Click to add image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9" name="Platshållare för text 40">
            <a:extLst>
              <a:ext uri="{FF2B5EF4-FFF2-40B4-BE49-F238E27FC236}">
                <a16:creationId xmlns:a16="http://schemas.microsoft.com/office/drawing/2014/main" id="{8E85FB81-37ED-742D-BF95-1B4D153AB1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675" y="1077913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/>
              <a:t>Name Surname</a:t>
            </a:r>
          </a:p>
        </p:txBody>
      </p:sp>
      <p:sp>
        <p:nvSpPr>
          <p:cNvPr id="11" name="Platshållare för text 40">
            <a:extLst>
              <a:ext uri="{FF2B5EF4-FFF2-40B4-BE49-F238E27FC236}">
                <a16:creationId xmlns:a16="http://schemas.microsoft.com/office/drawing/2014/main" id="{C2395E69-5455-FC33-2C49-3A67EEFFC4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8675" y="1565593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/>
              <a:t>Research subject and short description</a:t>
            </a:r>
          </a:p>
        </p:txBody>
      </p:sp>
      <p:sp>
        <p:nvSpPr>
          <p:cNvPr id="12" name="Platshållare för text 40">
            <a:extLst>
              <a:ext uri="{FF2B5EF4-FFF2-40B4-BE49-F238E27FC236}">
                <a16:creationId xmlns:a16="http://schemas.microsoft.com/office/drawing/2014/main" id="{6E9285CF-8CFC-BFC1-1DF2-FC75483196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5" y="2366781"/>
            <a:ext cx="1508125" cy="437378"/>
          </a:xfrm>
        </p:spPr>
        <p:txBody>
          <a:bodyPr anchor="b">
            <a:normAutofit/>
          </a:bodyPr>
          <a:lstStyle>
            <a:lvl1pPr marL="0" indent="0">
              <a:buNone/>
              <a:defRPr sz="800" i="0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/>
              <a:t>Title, role, position</a:t>
            </a:r>
          </a:p>
        </p:txBody>
      </p:sp>
      <p:sp>
        <p:nvSpPr>
          <p:cNvPr id="13" name="Platshållare för text 40">
            <a:extLst>
              <a:ext uri="{FF2B5EF4-FFF2-40B4-BE49-F238E27FC236}">
                <a16:creationId xmlns:a16="http://schemas.microsoft.com/office/drawing/2014/main" id="{BD96281D-0845-7991-0C25-6249173B03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24026" y="3011215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/>
              <a:t>Name Surname</a:t>
            </a:r>
          </a:p>
        </p:txBody>
      </p:sp>
      <p:sp>
        <p:nvSpPr>
          <p:cNvPr id="14" name="Platshållare för text 40">
            <a:extLst>
              <a:ext uri="{FF2B5EF4-FFF2-40B4-BE49-F238E27FC236}">
                <a16:creationId xmlns:a16="http://schemas.microsoft.com/office/drawing/2014/main" id="{C3CE4C43-1DF0-91CD-091C-FE2420C61A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24026" y="3498895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/>
              <a:t>Research subject and short description</a:t>
            </a:r>
          </a:p>
        </p:txBody>
      </p:sp>
      <p:sp>
        <p:nvSpPr>
          <p:cNvPr id="15" name="Platshållare för text 40">
            <a:extLst>
              <a:ext uri="{FF2B5EF4-FFF2-40B4-BE49-F238E27FC236}">
                <a16:creationId xmlns:a16="http://schemas.microsoft.com/office/drawing/2014/main" id="{2E77B83B-2B04-48A7-B630-538E16305D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24026" y="4300083"/>
            <a:ext cx="1508125" cy="437378"/>
          </a:xfrm>
        </p:spPr>
        <p:txBody>
          <a:bodyPr anchor="b">
            <a:normAutofit/>
          </a:bodyPr>
          <a:lstStyle>
            <a:lvl1pPr marL="0" indent="0">
              <a:buNone/>
              <a:defRPr sz="800" i="0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/>
              <a:t>Title, role, position</a:t>
            </a:r>
          </a:p>
        </p:txBody>
      </p:sp>
      <p:sp>
        <p:nvSpPr>
          <p:cNvPr id="16" name="Platshållare för bild 38">
            <a:extLst>
              <a:ext uri="{FF2B5EF4-FFF2-40B4-BE49-F238E27FC236}">
                <a16:creationId xmlns:a16="http://schemas.microsoft.com/office/drawing/2014/main" id="{482FF0E4-1F7C-5B0E-B134-F59EC257AE0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823871" y="2921000"/>
            <a:ext cx="1508125" cy="18018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Click to add image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17" name="Platshållare för text 40">
            <a:extLst>
              <a:ext uri="{FF2B5EF4-FFF2-40B4-BE49-F238E27FC236}">
                <a16:creationId xmlns:a16="http://schemas.microsoft.com/office/drawing/2014/main" id="{BCD95CE8-F774-75B0-6B2F-ED219A6ECB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23732" y="1077913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/>
              <a:t>Name Surname</a:t>
            </a:r>
          </a:p>
        </p:txBody>
      </p:sp>
      <p:sp>
        <p:nvSpPr>
          <p:cNvPr id="18" name="Platshållare för text 40">
            <a:extLst>
              <a:ext uri="{FF2B5EF4-FFF2-40B4-BE49-F238E27FC236}">
                <a16:creationId xmlns:a16="http://schemas.microsoft.com/office/drawing/2014/main" id="{F5D392A8-36AD-A610-054F-32921B4E5F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23732" y="1565593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/>
              <a:t>Research subject and short description</a:t>
            </a:r>
          </a:p>
        </p:txBody>
      </p:sp>
      <p:sp>
        <p:nvSpPr>
          <p:cNvPr id="19" name="Platshållare för text 40">
            <a:extLst>
              <a:ext uri="{FF2B5EF4-FFF2-40B4-BE49-F238E27FC236}">
                <a16:creationId xmlns:a16="http://schemas.microsoft.com/office/drawing/2014/main" id="{9A5E5597-6B03-58F3-E2F2-9F7516C84AE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23732" y="2366781"/>
            <a:ext cx="1508125" cy="437378"/>
          </a:xfrm>
        </p:spPr>
        <p:txBody>
          <a:bodyPr anchor="b">
            <a:normAutofit/>
          </a:bodyPr>
          <a:lstStyle>
            <a:lvl1pPr marL="0" indent="0">
              <a:buNone/>
              <a:defRPr sz="800" i="0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/>
              <a:t>Title, role, position</a:t>
            </a:r>
          </a:p>
        </p:txBody>
      </p:sp>
      <p:sp>
        <p:nvSpPr>
          <p:cNvPr id="20" name="Platshållare för bild 38">
            <a:extLst>
              <a:ext uri="{FF2B5EF4-FFF2-40B4-BE49-F238E27FC236}">
                <a16:creationId xmlns:a16="http://schemas.microsoft.com/office/drawing/2014/main" id="{CA947E06-195C-34DF-86C3-43C746F1148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829020" y="1083492"/>
            <a:ext cx="1508125" cy="18018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 noProof="0" dirty="0"/>
              <a:t>Ev </a:t>
            </a:r>
            <a:r>
              <a:rPr lang="en-GB" noProof="0" dirty="0" err="1"/>
              <a:t>bild</a:t>
            </a:r>
            <a:endParaRPr lang="en-GB" noProof="0" dirty="0"/>
          </a:p>
        </p:txBody>
      </p:sp>
      <p:sp>
        <p:nvSpPr>
          <p:cNvPr id="21" name="Platshållare för text 40">
            <a:extLst>
              <a:ext uri="{FF2B5EF4-FFF2-40B4-BE49-F238E27FC236}">
                <a16:creationId xmlns:a16="http://schemas.microsoft.com/office/drawing/2014/main" id="{50A0D410-4AC2-1017-C3DF-7A13A2FF971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20172" y="3011215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 err="1"/>
              <a:t>Namn</a:t>
            </a:r>
            <a:r>
              <a:rPr lang="en-GB" noProof="0" dirty="0"/>
              <a:t> </a:t>
            </a:r>
            <a:r>
              <a:rPr lang="en-GB" noProof="0" dirty="0" err="1"/>
              <a:t>Efternamn</a:t>
            </a:r>
            <a:endParaRPr lang="en-GB" noProof="0" dirty="0"/>
          </a:p>
        </p:txBody>
      </p:sp>
      <p:sp>
        <p:nvSpPr>
          <p:cNvPr id="22" name="Platshållare för text 40">
            <a:extLst>
              <a:ext uri="{FF2B5EF4-FFF2-40B4-BE49-F238E27FC236}">
                <a16:creationId xmlns:a16="http://schemas.microsoft.com/office/drawing/2014/main" id="{CE59D60A-7319-59F4-9D59-38A3B962B0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20172" y="3498895"/>
            <a:ext cx="1508125" cy="437378"/>
          </a:xfr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/>
              <a:t>Research subject and short description</a:t>
            </a:r>
          </a:p>
        </p:txBody>
      </p:sp>
      <p:sp>
        <p:nvSpPr>
          <p:cNvPr id="23" name="Platshållare för text 40">
            <a:extLst>
              <a:ext uri="{FF2B5EF4-FFF2-40B4-BE49-F238E27FC236}">
                <a16:creationId xmlns:a16="http://schemas.microsoft.com/office/drawing/2014/main" id="{8E6E59C2-24E6-6047-E21A-10D6E03A335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20172" y="4300083"/>
            <a:ext cx="1508125" cy="437378"/>
          </a:xfrm>
        </p:spPr>
        <p:txBody>
          <a:bodyPr anchor="b">
            <a:normAutofit/>
          </a:bodyPr>
          <a:lstStyle>
            <a:lvl1pPr marL="0" indent="0">
              <a:buNone/>
              <a:defRPr sz="800" i="0">
                <a:solidFill>
                  <a:schemeClr val="bg1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648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lang="en-GB" noProof="0" dirty="0"/>
              <a:t>Title, role, position</a:t>
            </a:r>
          </a:p>
        </p:txBody>
      </p:sp>
      <p:sp>
        <p:nvSpPr>
          <p:cNvPr id="24" name="Platshållare för datum 1">
            <a:extLst>
              <a:ext uri="{FF2B5EF4-FFF2-40B4-BE49-F238E27FC236}">
                <a16:creationId xmlns:a16="http://schemas.microsoft.com/office/drawing/2014/main" id="{772A5A58-F966-9A8A-A074-8BA5C3A45767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>
            <a:off x="7253844" y="4876006"/>
            <a:ext cx="979200" cy="253773"/>
          </a:xfrm>
        </p:spPr>
        <p:txBody>
          <a:bodyPr/>
          <a:lstStyle/>
          <a:p>
            <a:fld id="{51508FDF-FD9B-7A45-AF1D-5AA275C6C901}" type="datetime1">
              <a:rPr lang="sv-SE" smtClean="0"/>
              <a:t>2026-01-08</a:t>
            </a:fld>
            <a:endParaRPr lang="sv-SE" dirty="0"/>
          </a:p>
        </p:txBody>
      </p:sp>
      <p:sp>
        <p:nvSpPr>
          <p:cNvPr id="25" name="Platshållare för bildnummer 5">
            <a:extLst>
              <a:ext uri="{FF2B5EF4-FFF2-40B4-BE49-F238E27FC236}">
                <a16:creationId xmlns:a16="http://schemas.microsoft.com/office/drawing/2014/main" id="{42C6D138-0BD9-2F41-88BD-D1E1D0AE798D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>
          <a:xfrm>
            <a:off x="8284740" y="4876006"/>
            <a:ext cx="216024" cy="240856"/>
          </a:xfrm>
        </p:spPr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D3AC679-A30A-F313-EE0E-9AF41A886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25936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77614B8E-8135-BC42-88FA-2C5AEC71385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A12EAA66-7BA0-7046-A391-045B69237349}" type="datetime1">
              <a:rPr lang="sv-SE" smtClean="0"/>
              <a:t>2026-01-08</a:t>
            </a:fld>
            <a:endParaRPr lang="sv-SE"/>
          </a:p>
        </p:txBody>
      </p:sp>
      <p:sp>
        <p:nvSpPr>
          <p:cNvPr id="19" name="Platshållare för bildnummer 18">
            <a:extLst>
              <a:ext uri="{FF2B5EF4-FFF2-40B4-BE49-F238E27FC236}">
                <a16:creationId xmlns:a16="http://schemas.microsoft.com/office/drawing/2014/main" id="{32DBA098-9A54-1B47-9784-47793464566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3" name="Platshållare för sidfot 5">
            <a:extLst>
              <a:ext uri="{FF2B5EF4-FFF2-40B4-BE49-F238E27FC236}">
                <a16:creationId xmlns:a16="http://schemas.microsoft.com/office/drawing/2014/main" id="{E7BEBAFC-4FD5-8DBA-AE91-F9ACFCA82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75117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utbild Svensk logotyp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2B04DB60-D174-3FE2-03D8-2338D69A5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25423" y="922582"/>
            <a:ext cx="1888668" cy="1944217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3B05F932-23FA-7342-91DB-0289499287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3327594"/>
            <a:ext cx="7831350" cy="900340"/>
          </a:xfrm>
        </p:spPr>
        <p:txBody>
          <a:bodyPr anchor="t" anchorCtr="0"/>
          <a:lstStyle>
            <a:lvl1pPr algn="ctr">
              <a:defRPr sz="2000" b="1"/>
            </a:lvl1pPr>
          </a:lstStyle>
          <a:p>
            <a:r>
              <a:rPr lang="en-GB" noProof="0" dirty="0"/>
              <a:t>VISIT OUR WEBSITE</a:t>
            </a:r>
            <a:br>
              <a:rPr lang="en-GB" noProof="0" dirty="0"/>
            </a:br>
            <a:r>
              <a:rPr lang="en-GB" noProof="0" dirty="0" err="1"/>
              <a:t>www.gu.se</a:t>
            </a:r>
            <a:endParaRPr lang="en-GB" noProof="0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72B8B3-D593-4C42-B664-337F7903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E914-7FC3-564D-B7ED-7BA3C4DE8EF1}" type="datetime1">
              <a:rPr lang="sv-SE" smtClean="0"/>
              <a:t>2026-01-08</a:t>
            </a:fld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A33A442-3EF5-6E4A-A95A-9C6FBBCF14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7" name="Platshållare för sidfot 5">
            <a:extLst>
              <a:ext uri="{FF2B5EF4-FFF2-40B4-BE49-F238E27FC236}">
                <a16:creationId xmlns:a16="http://schemas.microsoft.com/office/drawing/2014/main" id="{E414199B-B9D2-7C02-5BFF-CACB26857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51985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744290E8-60F1-8136-B56F-4C092EB247B4}"/>
              </a:ext>
            </a:extLst>
          </p:cNvPr>
          <p:cNvSpPr/>
          <p:nvPr userDrawn="1"/>
        </p:nvSpPr>
        <p:spPr>
          <a:xfrm>
            <a:off x="0" y="0"/>
            <a:ext cx="9144000" cy="4876005"/>
          </a:xfrm>
          <a:prstGeom prst="rect">
            <a:avLst/>
          </a:prstGeom>
          <a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8F419173-A613-DB49-A35E-3FB45E6390B0}"/>
              </a:ext>
            </a:extLst>
          </p:cNvPr>
          <p:cNvSpPr/>
          <p:nvPr userDrawn="1"/>
        </p:nvSpPr>
        <p:spPr>
          <a:xfrm>
            <a:off x="0" y="4876005"/>
            <a:ext cx="9144000" cy="28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27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684000" y="504000"/>
            <a:ext cx="7831350" cy="569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add title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idx="1"/>
          </p:nvPr>
        </p:nvSpPr>
        <p:spPr>
          <a:xfrm>
            <a:off x="684000" y="1440000"/>
            <a:ext cx="6912336" cy="29425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359489DE-820D-EA4B-B29F-5CF912AF8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32711EF-2923-AD48-AB7E-77B7E6E9352D}" type="datetime1">
              <a:rPr lang="en-GB" smtClean="0"/>
              <a:pPr/>
              <a:t>08/01/2026</a:t>
            </a:fld>
            <a:endParaRPr lang="en-GB" dirty="0"/>
          </a:p>
        </p:txBody>
      </p:sp>
      <p:sp>
        <p:nvSpPr>
          <p:cNvPr id="12" name="Platshållare för bildnummer 2">
            <a:extLst>
              <a:ext uri="{FF2B5EF4-FFF2-40B4-BE49-F238E27FC236}">
                <a16:creationId xmlns:a16="http://schemas.microsoft.com/office/drawing/2014/main" id="{CD35B63B-12FC-0941-9D3A-E226320AA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Platshållare för sidfot 5">
            <a:extLst>
              <a:ext uri="{FF2B5EF4-FFF2-40B4-BE49-F238E27FC236}">
                <a16:creationId xmlns:a16="http://schemas.microsoft.com/office/drawing/2014/main" id="{07FE70D4-9124-056A-8840-02C6ED7D15F4}"/>
              </a:ext>
            </a:extLst>
          </p:cNvPr>
          <p:cNvSpPr txBox="1">
            <a:spLocks/>
          </p:cNvSpPr>
          <p:nvPr userDrawn="1"/>
        </p:nvSpPr>
        <p:spPr>
          <a:xfrm>
            <a:off x="672778" y="4955257"/>
            <a:ext cx="1810990" cy="17452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sv-SE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sv-SE" sz="900" b="0" i="0" kern="1200" cap="none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 sz="700" b="1" spc="50" baseline="0" dirty="0">
                <a:solidFill>
                  <a:schemeClr val="bg1">
                    <a:lumMod val="75000"/>
                  </a:schemeClr>
                </a:solidFill>
              </a:rPr>
              <a:t>UNIVERSITY OF GOTHENBURG</a:t>
            </a:r>
          </a:p>
        </p:txBody>
      </p:sp>
      <p:sp>
        <p:nvSpPr>
          <p:cNvPr id="3" name="Platshållare för sidfot 5">
            <a:extLst>
              <a:ext uri="{FF2B5EF4-FFF2-40B4-BE49-F238E27FC236}">
                <a16:creationId xmlns:a16="http://schemas.microsoft.com/office/drawing/2014/main" id="{2DE7054F-E1E9-5A91-8986-62EC1A12C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183468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36" r:id="rId3"/>
    <p:sldLayoutId id="2147484037" r:id="rId4"/>
    <p:sldLayoutId id="2147484079" r:id="rId5"/>
    <p:sldLayoutId id="2147484080" r:id="rId6"/>
    <p:sldLayoutId id="2147484011" r:id="rId7"/>
    <p:sldLayoutId id="2147484012" r:id="rId8"/>
    <p:sldLayoutId id="2147484014" r:id="rId9"/>
    <p:sldLayoutId id="2147484044" r:id="rId10"/>
    <p:sldLayoutId id="2147484040" r:id="rId11"/>
    <p:sldLayoutId id="2147484019" r:id="rId12"/>
    <p:sldLayoutId id="2147484015" r:id="rId13"/>
    <p:sldLayoutId id="2147484034" r:id="rId14"/>
    <p:sldLayoutId id="2147484038" r:id="rId15"/>
    <p:sldLayoutId id="2147484042" r:id="rId16"/>
    <p:sldLayoutId id="2147484043" r:id="rId17"/>
    <p:sldLayoutId id="2147484081" r:id="rId18"/>
    <p:sldLayoutId id="2147484026" r:id="rId19"/>
    <p:sldLayoutId id="2147484039" r:id="rId20"/>
    <p:sldLayoutId id="2147484071" r:id="rId21"/>
    <p:sldLayoutId id="2147484027" r:id="rId22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hf sldNum="0" hdr="0" dt="0"/>
  <p:txStyles>
    <p:titleStyle>
      <a:lvl1pPr algn="l" defTabSz="457200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2800" b="1" i="0" kern="1200">
          <a:solidFill>
            <a:schemeClr val="bg1"/>
          </a:solidFill>
          <a:effectLst/>
          <a:latin typeface="Arial Narrow"/>
          <a:ea typeface="ＭＳ Ｐゴシック" pitchFamily="-65" charset="-128"/>
          <a:cs typeface="ＭＳ Ｐゴシック" charset="0"/>
        </a:defRPr>
      </a:lvl1pPr>
      <a:lvl2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2pPr>
      <a:lvl3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3pPr>
      <a:lvl4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4pPr>
      <a:lvl5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9pPr>
    </p:titleStyle>
    <p:bodyStyle>
      <a:lvl1pPr marL="180000" indent="-180000" algn="l" defTabSz="457200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charset="0"/>
        <a:buChar char="•"/>
        <a:defRPr lang="sv-SE" sz="1800" kern="1200" dirty="0" smtClean="0">
          <a:solidFill>
            <a:schemeClr val="bg1"/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1pPr>
      <a:lvl2pPr marL="501750" indent="-285750" algn="l" defTabSz="457200" rtl="0" eaLnBrk="1" fontAlgn="base" hangingPunct="1">
        <a:lnSpc>
          <a:spcPct val="100000"/>
        </a:lnSpc>
        <a:spcBef>
          <a:spcPts val="200"/>
        </a:spcBef>
        <a:spcAft>
          <a:spcPts val="300"/>
        </a:spcAft>
        <a:buFont typeface="Arial" panose="020B0604020202020204" pitchFamily="34" charset="0"/>
        <a:buChar char="–"/>
        <a:defRPr lang="sv-SE" sz="1600" kern="1200" baseline="0" dirty="0" smtClean="0">
          <a:solidFill>
            <a:schemeClr val="bg1"/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2pPr>
      <a:lvl3pPr marL="717750" indent="-285750" algn="l" defTabSz="457200" rtl="0" eaLnBrk="1" fontAlgn="base" hangingPunct="1"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lang="sv-SE" sz="1600" kern="1200" dirty="0" smtClean="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marL="933750" indent="-285750" algn="l" defTabSz="457200" rtl="0" eaLnBrk="1" fontAlgn="base" hangingPunct="1"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lang="sv-SE" sz="1600" kern="1200" baseline="0" dirty="0" smtClean="0">
          <a:solidFill>
            <a:schemeClr val="bg1"/>
          </a:solidFill>
          <a:latin typeface="Arial" panose="020B0604020202020204" pitchFamily="34" charset="0"/>
          <a:ea typeface="Helvetica" charset="0"/>
          <a:cs typeface="Arial" panose="020B0604020202020204" pitchFamily="34" charset="0"/>
        </a:defRPr>
      </a:lvl4pPr>
      <a:lvl5pPr marL="1149750" indent="-285750" algn="l" defTabSz="457200" rtl="0" eaLnBrk="1" fontAlgn="base" hangingPunct="1">
        <a:spcBef>
          <a:spcPts val="0"/>
        </a:spcBef>
        <a:spcAft>
          <a:spcPct val="0"/>
        </a:spcAft>
        <a:buFont typeface="Arial" panose="020B0604020202020204" pitchFamily="34" charset="0"/>
        <a:buChar char="–"/>
        <a:defRPr lang="sv-SE" sz="1600" kern="1200" dirty="0">
          <a:solidFill>
            <a:schemeClr val="bg1"/>
          </a:solidFill>
          <a:latin typeface="Arial" panose="020B0604020202020204" pitchFamily="34" charset="0"/>
          <a:ea typeface="Helvetica" charset="0"/>
          <a:cs typeface="Arial" panose="020B0604020202020204" pitchFamily="34" charset="0"/>
        </a:defRPr>
      </a:lvl5pPr>
      <a:lvl6pPr marL="1616075" indent="-215900" algn="l" defTabSz="457200" rtl="0" eaLnBrk="1" latinLnBrk="0" hangingPunct="1">
        <a:spcBef>
          <a:spcPts val="0"/>
        </a:spcBef>
        <a:buFont typeface="Wingdings" panose="05000000000000000000" pitchFamily="2" charset="2"/>
        <a:buChar char="§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288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415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8F419173-A613-DB49-A35E-3FB45E6390B0}"/>
              </a:ext>
            </a:extLst>
          </p:cNvPr>
          <p:cNvSpPr/>
          <p:nvPr userDrawn="1"/>
        </p:nvSpPr>
        <p:spPr>
          <a:xfrm>
            <a:off x="0" y="4876005"/>
            <a:ext cx="9144000" cy="28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27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684000" y="504000"/>
            <a:ext cx="7831350" cy="569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add title</a:t>
            </a:r>
            <a:endParaRPr lang="sv-SE" noProof="0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idx="1"/>
          </p:nvPr>
        </p:nvSpPr>
        <p:spPr>
          <a:xfrm>
            <a:off x="684000" y="1440000"/>
            <a:ext cx="6912336" cy="29425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16000" lvl="0" indent="-216000"/>
            <a:r>
              <a:rPr lang="en-GB" noProof="0" dirty="0"/>
              <a:t>Type your text or click on the icons below to insert object</a:t>
            </a:r>
          </a:p>
          <a:p>
            <a:pPr marL="432000" lvl="1" indent="-216000"/>
            <a:r>
              <a:rPr lang="en-GB" noProof="0" dirty="0"/>
              <a:t>Second level</a:t>
            </a:r>
          </a:p>
          <a:p>
            <a:pPr marL="648000" lvl="2" indent="-216000"/>
            <a:r>
              <a:rPr lang="en-GB" noProof="0" dirty="0"/>
              <a:t>Third level</a:t>
            </a:r>
          </a:p>
          <a:p>
            <a:pPr marL="864000" lvl="3" indent="-216000"/>
            <a:r>
              <a:rPr lang="en-GB" noProof="0" dirty="0"/>
              <a:t>Fourth level</a:t>
            </a:r>
          </a:p>
          <a:p>
            <a:pPr marL="1080000" lvl="4" indent="-216000"/>
            <a:r>
              <a:rPr lang="en-GB" noProof="0" dirty="0"/>
              <a:t>Fifth level</a:t>
            </a:r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359489DE-820D-EA4B-B29F-5CF912AF8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32711EF-2923-AD48-AB7E-77B7E6E9352D}" type="datetime1">
              <a:rPr lang="sv-SE" smtClean="0"/>
              <a:pPr/>
              <a:t>2026-01-08</a:t>
            </a:fld>
            <a:endParaRPr lang="sv-SE" dirty="0"/>
          </a:p>
        </p:txBody>
      </p:sp>
      <p:sp>
        <p:nvSpPr>
          <p:cNvPr id="12" name="Platshållare för bildnummer 2">
            <a:extLst>
              <a:ext uri="{FF2B5EF4-FFF2-40B4-BE49-F238E27FC236}">
                <a16:creationId xmlns:a16="http://schemas.microsoft.com/office/drawing/2014/main" id="{CD35B63B-12FC-0941-9D3A-E226320AA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 dirty="0"/>
          </a:p>
        </p:txBody>
      </p:sp>
      <p:sp>
        <p:nvSpPr>
          <p:cNvPr id="2" name="Platshållare för sidfot 5">
            <a:extLst>
              <a:ext uri="{FF2B5EF4-FFF2-40B4-BE49-F238E27FC236}">
                <a16:creationId xmlns:a16="http://schemas.microsoft.com/office/drawing/2014/main" id="{061FB1FA-D889-4905-A527-F7DB1BB36923}"/>
              </a:ext>
            </a:extLst>
          </p:cNvPr>
          <p:cNvSpPr txBox="1">
            <a:spLocks/>
          </p:cNvSpPr>
          <p:nvPr userDrawn="1"/>
        </p:nvSpPr>
        <p:spPr>
          <a:xfrm>
            <a:off x="672778" y="4955257"/>
            <a:ext cx="1810990" cy="17452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sv-SE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sv-SE" sz="900" b="0" i="0" kern="1200" cap="none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 sz="700" b="1" spc="50" baseline="0" dirty="0">
                <a:solidFill>
                  <a:schemeClr val="bg1">
                    <a:lumMod val="75000"/>
                  </a:schemeClr>
                </a:solidFill>
              </a:rPr>
              <a:t>UNIVERSITY OF GOTHENBURG</a:t>
            </a:r>
          </a:p>
        </p:txBody>
      </p:sp>
      <p:sp>
        <p:nvSpPr>
          <p:cNvPr id="5" name="Platshållare för sidfot 5">
            <a:extLst>
              <a:ext uri="{FF2B5EF4-FFF2-40B4-BE49-F238E27FC236}">
                <a16:creationId xmlns:a16="http://schemas.microsoft.com/office/drawing/2014/main" id="{7809495B-9E96-3113-95DF-C96BD6DA6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 dirty="0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398419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73" r:id="rId2"/>
    <p:sldLayoutId id="2147484049" r:id="rId3"/>
    <p:sldLayoutId id="2147484051" r:id="rId4"/>
    <p:sldLayoutId id="2147484052" r:id="rId5"/>
    <p:sldLayoutId id="2147484053" r:id="rId6"/>
    <p:sldLayoutId id="2147484076" r:id="rId7"/>
    <p:sldLayoutId id="2147484077" r:id="rId8"/>
    <p:sldLayoutId id="2147484072" r:id="rId9"/>
    <p:sldLayoutId id="2147484056" r:id="rId10"/>
    <p:sldLayoutId id="2147484057" r:id="rId11"/>
    <p:sldLayoutId id="2147484058" r:id="rId12"/>
    <p:sldLayoutId id="2147484059" r:id="rId13"/>
    <p:sldLayoutId id="2147484060" r:id="rId14"/>
    <p:sldLayoutId id="2147484062" r:id="rId15"/>
    <p:sldLayoutId id="2147484063" r:id="rId16"/>
    <p:sldLayoutId id="2147484066" r:id="rId17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hf sldNum="0" hdr="0" dt="0"/>
  <p:txStyles>
    <p:titleStyle>
      <a:lvl1pPr algn="l" defTabSz="457200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2800" b="1" i="0" kern="1200">
          <a:solidFill>
            <a:schemeClr val="tx1">
              <a:lumMod val="85000"/>
              <a:lumOff val="15000"/>
            </a:schemeClr>
          </a:solidFill>
          <a:latin typeface="Arial Narrow"/>
          <a:ea typeface="ＭＳ Ｐゴシック" pitchFamily="-65" charset="-128"/>
          <a:cs typeface="ＭＳ Ｐゴシック" charset="0"/>
        </a:defRPr>
      </a:lvl1pPr>
      <a:lvl2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2pPr>
      <a:lvl3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3pPr>
      <a:lvl4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4pPr>
      <a:lvl5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9pPr>
    </p:titleStyle>
    <p:bodyStyle>
      <a:lvl1pPr marL="180000" indent="-180000" algn="l" defTabSz="457200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charset="0"/>
        <a:buChar char="•"/>
        <a:defRPr lang="sv-SE" sz="1800" kern="1200" dirty="0" smtClean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1pPr>
      <a:lvl2pPr marL="501750" indent="-285750" algn="l" defTabSz="457200" rtl="0" eaLnBrk="1" fontAlgn="base" hangingPunct="1">
        <a:lnSpc>
          <a:spcPct val="100000"/>
        </a:lnSpc>
        <a:spcBef>
          <a:spcPts val="200"/>
        </a:spcBef>
        <a:spcAft>
          <a:spcPts val="300"/>
        </a:spcAft>
        <a:buFont typeface="Arial" panose="020B0604020202020204" pitchFamily="34" charset="0"/>
        <a:buChar char="–"/>
        <a:defRPr lang="sv-SE" sz="1600" kern="1200" baseline="0" dirty="0" smtClean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2pPr>
      <a:lvl3pPr marL="717750" indent="-285750" algn="l" defTabSz="457200" rtl="0" eaLnBrk="1" fontAlgn="base" hangingPunct="1"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lang="sv-SE" sz="1600" kern="1200" dirty="0" smtClean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marL="933750" indent="-285750" algn="l" defTabSz="457200" rtl="0" eaLnBrk="1" fontAlgn="base" hangingPunct="1"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lang="sv-SE" sz="1600" kern="1200" baseline="0" dirty="0" smtClean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Helvetica" charset="0"/>
          <a:cs typeface="Arial" panose="020B0604020202020204" pitchFamily="34" charset="0"/>
        </a:defRPr>
      </a:lvl4pPr>
      <a:lvl5pPr marL="1149750" indent="-285750" algn="l" defTabSz="457200" rtl="0" eaLnBrk="1" fontAlgn="base" hangingPunct="1">
        <a:spcBef>
          <a:spcPts val="0"/>
        </a:spcBef>
        <a:spcAft>
          <a:spcPct val="0"/>
        </a:spcAft>
        <a:buFont typeface="Arial" panose="020B0604020202020204" pitchFamily="34" charset="0"/>
        <a:buChar char="–"/>
        <a:defRPr lang="sv-SE" sz="1600" kern="1200" dirty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Helvetica" charset="0"/>
          <a:cs typeface="Arial" panose="020B0604020202020204" pitchFamily="34" charset="0"/>
        </a:defRPr>
      </a:lvl5pPr>
      <a:lvl6pPr marL="1616075" indent="-215900" algn="l" defTabSz="457200" rtl="0" eaLnBrk="1" latinLnBrk="0" hangingPunct="1">
        <a:spcBef>
          <a:spcPts val="0"/>
        </a:spcBef>
        <a:buFont typeface="Wingdings" panose="05000000000000000000" pitchFamily="2" charset="2"/>
        <a:buChar char="§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288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4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s.gu.se/courses/97348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821EDB3-47AD-CE66-91A3-F11409817F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STA220</a:t>
            </a:r>
            <a:br>
              <a:rPr lang="sv-SE" dirty="0"/>
            </a:br>
            <a:r>
              <a:rPr lang="sv-SE" b="0" dirty="0"/>
              <a:t>Health data and </a:t>
            </a:r>
            <a:r>
              <a:rPr lang="sv-SE" b="0" dirty="0" err="1"/>
              <a:t>questionnaires</a:t>
            </a:r>
            <a:br>
              <a:rPr lang="sv-SE" b="0" dirty="0"/>
            </a:b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59A39A2-854F-00D3-5A2B-15A03C24DE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dirty="0"/>
              <a:t>Anna </a:t>
            </a:r>
            <a:r>
              <a:rPr lang="sv-SE" dirty="0" err="1"/>
              <a:t>Grimby</a:t>
            </a:r>
            <a:r>
              <a:rPr lang="sv-SE" dirty="0"/>
              <a:t> </a:t>
            </a:r>
            <a:r>
              <a:rPr lang="sv-SE" dirty="0" err="1"/>
              <a:t>ekman</a:t>
            </a:r>
            <a:r>
              <a:rPr lang="sv-SE" dirty="0"/>
              <a:t> and </a:t>
            </a:r>
            <a:r>
              <a:rPr lang="sv-SE" dirty="0" err="1"/>
              <a:t>erik</a:t>
            </a:r>
            <a:r>
              <a:rPr lang="sv-SE" dirty="0"/>
              <a:t> Bülow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982DE93-CD46-1016-AD0A-23101280F56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EE7C4FB-ED89-8CB6-077D-4973EF94C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/>
              <a:t>|      SAHLGRENSKA ACADEMY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80686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na Grimby Ekman">
            <a:extLst>
              <a:ext uri="{FF2B5EF4-FFF2-40B4-BE49-F238E27FC236}">
                <a16:creationId xmlns:a16="http://schemas.microsoft.com/office/drawing/2014/main" id="{47B82044-CDA7-24A4-7114-6E48B3731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9" r="16735"/>
          <a:stretch>
            <a:fillRect/>
          </a:stretch>
        </p:blipFill>
        <p:spPr bwMode="auto">
          <a:xfrm>
            <a:off x="5508683" y="10"/>
            <a:ext cx="2992081" cy="4875996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ubrik 6">
            <a:extLst>
              <a:ext uri="{FF2B5EF4-FFF2-40B4-BE49-F238E27FC236}">
                <a16:creationId xmlns:a16="http://schemas.microsoft.com/office/drawing/2014/main" id="{49E654C3-FAFC-4201-14F2-3FC816445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04000"/>
            <a:ext cx="4465207" cy="569407"/>
          </a:xfrm>
        </p:spPr>
        <p:txBody>
          <a:bodyPr wrap="square" anchor="t">
            <a:normAutofit/>
          </a:bodyPr>
          <a:lstStyle/>
          <a:p>
            <a:r>
              <a:rPr lang="sv-SE" dirty="0"/>
              <a:t>Anna </a:t>
            </a:r>
            <a:r>
              <a:rPr lang="sv-SE" dirty="0" err="1"/>
              <a:t>Grimby</a:t>
            </a:r>
            <a:r>
              <a:rPr lang="sv-SE" dirty="0"/>
              <a:t>-Ekman</a:t>
            </a:r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5FB7E374-D41C-4A20-3DC6-DA10C528B87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83568" y="1440000"/>
            <a:ext cx="4465207" cy="2989462"/>
          </a:xfrm>
        </p:spPr>
        <p:txBody>
          <a:bodyPr>
            <a:normAutofit/>
          </a:bodyPr>
          <a:lstStyle/>
          <a:p>
            <a:r>
              <a:rPr lang="sv-SE" dirty="0"/>
              <a:t>Professor in </a:t>
            </a:r>
            <a:r>
              <a:rPr lang="sv-SE" dirty="0" err="1"/>
              <a:t>health</a:t>
            </a:r>
            <a:r>
              <a:rPr lang="sv-SE" dirty="0"/>
              <a:t> science </a:t>
            </a:r>
            <a:r>
              <a:rPr lang="sv-SE" dirty="0" err="1"/>
              <a:t>statistics</a:t>
            </a:r>
            <a:endParaRPr lang="sv-SE" dirty="0"/>
          </a:p>
          <a:p>
            <a:r>
              <a:rPr lang="sv-SE" dirty="0"/>
              <a:t>PI for the </a:t>
            </a:r>
            <a:r>
              <a:rPr lang="sv-SE" dirty="0" err="1"/>
              <a:t>Biostatistics</a:t>
            </a:r>
            <a:r>
              <a:rPr lang="sv-SE" dirty="0"/>
              <a:t> research </a:t>
            </a:r>
            <a:r>
              <a:rPr lang="sv-SE" dirty="0" err="1"/>
              <a:t>group</a:t>
            </a:r>
            <a:endParaRPr lang="sv-SE" dirty="0"/>
          </a:p>
          <a:p>
            <a:r>
              <a:rPr lang="sv-SE" dirty="0"/>
              <a:t>PI for Gothenburg </a:t>
            </a:r>
            <a:r>
              <a:rPr lang="sv-SE" dirty="0" err="1"/>
              <a:t>Chronic</a:t>
            </a:r>
            <a:r>
              <a:rPr lang="sv-SE" dirty="0"/>
              <a:t> Research Group (</a:t>
            </a:r>
            <a:r>
              <a:rPr lang="sv-SE" dirty="0" err="1"/>
              <a:t>GothPain</a:t>
            </a:r>
            <a:r>
              <a:rPr lang="sv-SE" dirty="0"/>
              <a:t>)</a:t>
            </a:r>
          </a:p>
          <a:p>
            <a:r>
              <a:rPr lang="sv-SE" dirty="0" err="1"/>
              <a:t>Examiner</a:t>
            </a:r>
            <a:r>
              <a:rPr lang="sv-SE" dirty="0"/>
              <a:t> for the </a:t>
            </a:r>
            <a:r>
              <a:rPr lang="sv-SE" dirty="0" err="1"/>
              <a:t>course</a:t>
            </a:r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CBF43E1-D19C-6D6B-9922-600CB0C6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</p:spPr>
        <p:txBody>
          <a:bodyPr anchor="t">
            <a:normAutofit/>
          </a:bodyPr>
          <a:lstStyle/>
          <a:p>
            <a:pPr eaLnBrk="0" hangingPunct="0">
              <a:spcBef>
                <a:spcPts val="0"/>
              </a:spcBef>
              <a:spcAft>
                <a:spcPts val="600"/>
              </a:spcAft>
              <a:buFont typeface="Arial" charset="0"/>
              <a:buNone/>
            </a:pPr>
            <a:r>
              <a:rPr lang="en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98523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4703-93B0-BF62-AF3C-9E2FB4926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rik Bülow">
            <a:extLst>
              <a:ext uri="{FF2B5EF4-FFF2-40B4-BE49-F238E27FC236}">
                <a16:creationId xmlns:a16="http://schemas.microsoft.com/office/drawing/2014/main" id="{B93462B7-280F-6292-B8F3-08810DFC7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9" r="10485"/>
          <a:stretch>
            <a:fillRect/>
          </a:stretch>
        </p:blipFill>
        <p:spPr bwMode="auto">
          <a:xfrm>
            <a:off x="5508683" y="10"/>
            <a:ext cx="2992081" cy="4875996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ubrik 6">
            <a:extLst>
              <a:ext uri="{FF2B5EF4-FFF2-40B4-BE49-F238E27FC236}">
                <a16:creationId xmlns:a16="http://schemas.microsoft.com/office/drawing/2014/main" id="{EAF3E85C-7353-183E-AC08-91637AF9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04000"/>
            <a:ext cx="4465207" cy="569407"/>
          </a:xfrm>
        </p:spPr>
        <p:txBody>
          <a:bodyPr wrap="square" anchor="t">
            <a:normAutofit/>
          </a:bodyPr>
          <a:lstStyle/>
          <a:p>
            <a:r>
              <a:rPr lang="sv-SE" dirty="0"/>
              <a:t>Erik Bülow</a:t>
            </a:r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AAB2816E-BF01-4466-DB1D-0564866994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83568" y="1440000"/>
            <a:ext cx="4465207" cy="2989462"/>
          </a:xfrm>
        </p:spPr>
        <p:txBody>
          <a:bodyPr>
            <a:normAutofit/>
          </a:bodyPr>
          <a:lstStyle/>
          <a:p>
            <a:r>
              <a:rPr lang="sv-SE" dirty="0" err="1"/>
              <a:t>Statistician</a:t>
            </a:r>
            <a:r>
              <a:rPr lang="sv-SE" dirty="0"/>
              <a:t> (PhD in </a:t>
            </a:r>
            <a:r>
              <a:rPr lang="sv-SE" dirty="0" err="1"/>
              <a:t>basic</a:t>
            </a:r>
            <a:r>
              <a:rPr lang="sv-SE" dirty="0"/>
              <a:t> medicine)</a:t>
            </a:r>
          </a:p>
          <a:p>
            <a:r>
              <a:rPr lang="sv-SE" dirty="0"/>
              <a:t>Research in register </a:t>
            </a:r>
            <a:r>
              <a:rPr lang="sv-SE" dirty="0" err="1"/>
              <a:t>epidemiology</a:t>
            </a:r>
            <a:endParaRPr lang="sv-SE" dirty="0"/>
          </a:p>
          <a:p>
            <a:r>
              <a:rPr lang="sv-SE" dirty="0" err="1"/>
              <a:t>Background</a:t>
            </a:r>
            <a:r>
              <a:rPr lang="sv-SE" dirty="0"/>
              <a:t> in </a:t>
            </a:r>
            <a:r>
              <a:rPr lang="sv-SE" dirty="0" err="1"/>
              <a:t>quality</a:t>
            </a:r>
            <a:r>
              <a:rPr lang="sv-SE" dirty="0"/>
              <a:t> register organisations</a:t>
            </a:r>
          </a:p>
          <a:p>
            <a:r>
              <a:rPr lang="sv-SE" dirty="0"/>
              <a:t>Course </a:t>
            </a:r>
            <a:r>
              <a:rPr lang="sv-SE" dirty="0" err="1"/>
              <a:t>responsible</a:t>
            </a:r>
            <a:r>
              <a:rPr lang="sv-SE" dirty="0"/>
              <a:t> </a:t>
            </a:r>
            <a:r>
              <a:rPr lang="sv-SE" dirty="0" err="1"/>
              <a:t>teacher</a:t>
            </a:r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B1CDAA2F-45E1-5AF4-C547-169515DBA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</p:spPr>
        <p:txBody>
          <a:bodyPr anchor="t">
            <a:normAutofit/>
          </a:bodyPr>
          <a:lstStyle/>
          <a:p>
            <a:pPr eaLnBrk="0" hangingPunct="0">
              <a:spcBef>
                <a:spcPts val="0"/>
              </a:spcBef>
              <a:spcAft>
                <a:spcPts val="600"/>
              </a:spcAft>
              <a:buFont typeface="Arial" charset="0"/>
              <a:buNone/>
            </a:pPr>
            <a:r>
              <a:rPr lang="en"/>
              <a:t>|      SAHLGRENSKA ACADEMY</a:t>
            </a:r>
          </a:p>
        </p:txBody>
      </p:sp>
    </p:spTree>
    <p:extLst>
      <p:ext uri="{BB962C8B-B14F-4D97-AF65-F5344CB8AC3E}">
        <p14:creationId xmlns:p14="http://schemas.microsoft.com/office/powerpoint/2010/main" val="2133208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DCED1B51-DCCC-4696-C566-D907F29E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background</a:t>
            </a:r>
            <a:endParaRPr lang="sv-SE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EC0D50D0-197E-E07E-0FC8-D4BD49899D0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sv-SE" dirty="0" err="1"/>
              <a:t>Familiar</a:t>
            </a:r>
            <a:r>
              <a:rPr lang="sv-SE" dirty="0"/>
              <a:t> to </a:t>
            </a:r>
            <a:r>
              <a:rPr lang="sv-SE" dirty="0" err="1"/>
              <a:t>statistical</a:t>
            </a:r>
            <a:r>
              <a:rPr lang="sv-SE" dirty="0"/>
              <a:t>/</a:t>
            </a:r>
            <a:r>
              <a:rPr lang="sv-SE" dirty="0" err="1"/>
              <a:t>mathematical</a:t>
            </a:r>
            <a:r>
              <a:rPr lang="sv-SE" dirty="0"/>
              <a:t> notation and </a:t>
            </a:r>
            <a:r>
              <a:rPr lang="sv-SE" dirty="0" err="1"/>
              <a:t>concepts</a:t>
            </a:r>
            <a:endParaRPr lang="sv-SE" dirty="0"/>
          </a:p>
          <a:p>
            <a:pPr>
              <a:buFontTx/>
              <a:buChar char="-"/>
            </a:pPr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program R-</a:t>
            </a:r>
            <a:r>
              <a:rPr lang="sv-SE" dirty="0" err="1"/>
              <a:t>atuthours</a:t>
            </a:r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EA4953A-D42B-81E8-B8AE-47252EC0A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/>
              <a:t>|      SAHLGRENSKA ACADEMY</a:t>
            </a:r>
            <a:endParaRPr lang="en" dirty="0"/>
          </a:p>
        </p:txBody>
      </p:sp>
      <p:pic>
        <p:nvPicPr>
          <p:cNvPr id="4098" name="Picture 2" descr="Statistics Formula Math Equation Blackboard Statistical Table Non Slip ...">
            <a:extLst>
              <a:ext uri="{FF2B5EF4-FFF2-40B4-BE49-F238E27FC236}">
                <a16:creationId xmlns:a16="http://schemas.microsoft.com/office/drawing/2014/main" id="{97343C39-C161-BBDA-3D66-4F50EB8103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6" t="20869" r="4643" b="19089"/>
          <a:stretch>
            <a:fillRect/>
          </a:stretch>
        </p:blipFill>
        <p:spPr bwMode="auto">
          <a:xfrm>
            <a:off x="5556738" y="151680"/>
            <a:ext cx="3481753" cy="229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ata science courses">
            <a:extLst>
              <a:ext uri="{FF2B5EF4-FFF2-40B4-BE49-F238E27FC236}">
                <a16:creationId xmlns:a16="http://schemas.microsoft.com/office/drawing/2014/main" id="{C6DC1B83-C148-E01F-14BD-34CAD19AF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738" y="2754006"/>
            <a:ext cx="3587262" cy="202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42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D7F185A1-74C5-8E9F-E1DF-9289ED02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now</a:t>
            </a:r>
            <a:r>
              <a:rPr lang="sv-SE" dirty="0"/>
              <a:t> </a:t>
            </a:r>
            <a:r>
              <a:rPr lang="sv-SE" dirty="0" err="1"/>
              <a:t>add</a:t>
            </a:r>
            <a:endParaRPr lang="sv-SE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CE51527E-B1FA-95B7-A8F1-837A4D38219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83568" y="1440000"/>
            <a:ext cx="5505116" cy="2989462"/>
          </a:xfrm>
        </p:spPr>
        <p:txBody>
          <a:bodyPr/>
          <a:lstStyle/>
          <a:p>
            <a:r>
              <a:rPr lang="sv-SE" dirty="0" err="1"/>
              <a:t>Questionaire</a:t>
            </a:r>
            <a:r>
              <a:rPr lang="sv-SE" dirty="0"/>
              <a:t> data (</a:t>
            </a:r>
            <a:r>
              <a:rPr lang="sv-SE" dirty="0" err="1"/>
              <a:t>analysis</a:t>
            </a:r>
            <a:r>
              <a:rPr lang="sv-SE" dirty="0"/>
              <a:t>, interpretation …)</a:t>
            </a:r>
          </a:p>
          <a:p>
            <a:r>
              <a:rPr lang="sv-SE" dirty="0"/>
              <a:t>Health </a:t>
            </a:r>
            <a:r>
              <a:rPr lang="sv-SE" dirty="0" err="1"/>
              <a:t>care</a:t>
            </a:r>
            <a:r>
              <a:rPr lang="sv-SE" dirty="0"/>
              <a:t> registers as data </a:t>
            </a:r>
            <a:r>
              <a:rPr lang="sv-SE" dirty="0" err="1"/>
              <a:t>sources</a:t>
            </a:r>
            <a:endParaRPr lang="sv-SE" dirty="0"/>
          </a:p>
          <a:p>
            <a:r>
              <a:rPr lang="sv-SE" dirty="0" err="1"/>
              <a:t>Tooling</a:t>
            </a:r>
            <a:r>
              <a:rPr lang="sv-SE" dirty="0"/>
              <a:t> for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complex</a:t>
            </a:r>
            <a:r>
              <a:rPr lang="sv-SE" dirty="0"/>
              <a:t> data and </a:t>
            </a:r>
            <a:r>
              <a:rPr lang="sv-SE" dirty="0" err="1"/>
              <a:t>analysis</a:t>
            </a:r>
            <a:r>
              <a:rPr lang="sv-SE" dirty="0"/>
              <a:t> </a:t>
            </a:r>
            <a:r>
              <a:rPr lang="sv-SE" dirty="0" err="1"/>
              <a:t>projects</a:t>
            </a:r>
            <a:endParaRPr lang="sv-SE" dirty="0"/>
          </a:p>
          <a:p>
            <a:r>
              <a:rPr lang="sv-SE" dirty="0" err="1"/>
              <a:t>Ethics</a:t>
            </a:r>
            <a:r>
              <a:rPr lang="sv-SE" dirty="0"/>
              <a:t> and legals </a:t>
            </a:r>
            <a:r>
              <a:rPr lang="sv-SE" dirty="0" err="1"/>
              <a:t>concerning</a:t>
            </a:r>
            <a:r>
              <a:rPr lang="sv-SE" dirty="0"/>
              <a:t> sensitive data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121A235-A35D-E110-70DA-D88D080D3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/>
              <a:t>|      SAHLGRENSKA ACADEMY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50310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D84CCD25-781A-4952-EBA5-0F13EE7E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Schedule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8FB09D7-B857-A1AE-46CD-CBDBF94FF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/>
              <a:t>|      SAHLGRENSKA ACADEMY</a:t>
            </a:r>
            <a:endParaRPr lang="en" dirty="0"/>
          </a:p>
        </p:txBody>
      </p:sp>
      <p:graphicFrame>
        <p:nvGraphicFramePr>
          <p:cNvPr id="6" name="Tabell 5">
            <a:extLst>
              <a:ext uri="{FF2B5EF4-FFF2-40B4-BE49-F238E27FC236}">
                <a16:creationId xmlns:a16="http://schemas.microsoft.com/office/drawing/2014/main" id="{3EDAF4B5-F06B-2A11-4740-F17A4E44B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729761"/>
              </p:ext>
            </p:extLst>
          </p:nvPr>
        </p:nvGraphicFramePr>
        <p:xfrm>
          <a:off x="583085" y="1160131"/>
          <a:ext cx="766661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299">
                  <a:extLst>
                    <a:ext uri="{9D8B030D-6E8A-4147-A177-3AD203B41FA5}">
                      <a16:colId xmlns:a16="http://schemas.microsoft.com/office/drawing/2014/main" val="2254256558"/>
                    </a:ext>
                  </a:extLst>
                </a:gridCol>
                <a:gridCol w="2148217">
                  <a:extLst>
                    <a:ext uri="{9D8B030D-6E8A-4147-A177-3AD203B41FA5}">
                      <a16:colId xmlns:a16="http://schemas.microsoft.com/office/drawing/2014/main" val="3926883061"/>
                    </a:ext>
                  </a:extLst>
                </a:gridCol>
                <a:gridCol w="3740095">
                  <a:extLst>
                    <a:ext uri="{9D8B030D-6E8A-4147-A177-3AD203B41FA5}">
                      <a16:colId xmlns:a16="http://schemas.microsoft.com/office/drawing/2014/main" val="1905761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Weeks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 err="1"/>
                        <a:t>Teacher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 err="1"/>
                        <a:t>What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41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AGE+EB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 err="1"/>
                        <a:t>Introductions</a:t>
                      </a:r>
                      <a:r>
                        <a:rPr lang="sv-SE" dirty="0"/>
                        <a:t> to </a:t>
                      </a:r>
                      <a:r>
                        <a:rPr lang="sv-SE" dirty="0" err="1"/>
                        <a:t>both</a:t>
                      </a:r>
                      <a:r>
                        <a:rPr lang="sv-SE" dirty="0"/>
                        <a:t> parts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77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5-8*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In-</a:t>
                      </a:r>
                      <a:r>
                        <a:rPr lang="sv-SE" dirty="0" err="1"/>
                        <a:t>depth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questionaire</a:t>
                      </a:r>
                      <a:r>
                        <a:rPr lang="sv-SE" dirty="0"/>
                        <a:t> part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453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9-12*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In-</a:t>
                      </a:r>
                      <a:r>
                        <a:rPr lang="sv-SE" dirty="0" err="1"/>
                        <a:t>depth</a:t>
                      </a:r>
                      <a:r>
                        <a:rPr lang="sv-SE" dirty="0"/>
                        <a:t> register and </a:t>
                      </a:r>
                      <a:r>
                        <a:rPr lang="sv-SE" dirty="0" err="1"/>
                        <a:t>tooling</a:t>
                      </a:r>
                      <a:r>
                        <a:rPr lang="sv-SE" dirty="0"/>
                        <a:t> 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00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AGE+EB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 err="1"/>
                        <a:t>Recap</a:t>
                      </a:r>
                      <a:r>
                        <a:rPr lang="sv-SE" dirty="0"/>
                        <a:t> and </a:t>
                      </a:r>
                      <a:r>
                        <a:rPr lang="sv-SE" dirty="0" err="1"/>
                        <a:t>exam</a:t>
                      </a:r>
                      <a:r>
                        <a:rPr lang="sv-SE" dirty="0"/>
                        <a:t> (2026-03-25)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513027"/>
                  </a:ext>
                </a:extLst>
              </a:tr>
            </a:tbl>
          </a:graphicData>
        </a:graphic>
      </p:graphicFrame>
      <p:sp>
        <p:nvSpPr>
          <p:cNvPr id="9" name="textruta 8">
            <a:extLst>
              <a:ext uri="{FF2B5EF4-FFF2-40B4-BE49-F238E27FC236}">
                <a16:creationId xmlns:a16="http://schemas.microsoft.com/office/drawing/2014/main" id="{A56694B8-322E-22E1-AA59-B66F51E04E1D}"/>
              </a:ext>
            </a:extLst>
          </p:cNvPr>
          <p:cNvSpPr txBox="1"/>
          <p:nvPr/>
        </p:nvSpPr>
        <p:spPr bwMode="auto">
          <a:xfrm>
            <a:off x="583085" y="3101055"/>
            <a:ext cx="914400" cy="914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00000"/>
              </a:lnSpc>
            </a:pPr>
            <a:r>
              <a:rPr lang="sv-SE" sz="1200" i="1" kern="1200" baseline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*</a:t>
            </a:r>
            <a:r>
              <a:rPr lang="sv-SE" sz="1200" i="1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With</a:t>
            </a:r>
            <a:r>
              <a:rPr lang="sv-SE" sz="1200" i="1" kern="1200" baseline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 </a:t>
            </a:r>
            <a:r>
              <a:rPr lang="sv-SE" sz="1200" i="1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some</a:t>
            </a:r>
            <a:r>
              <a:rPr lang="sv-SE" sz="1200" i="1" kern="1200" baseline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 </a:t>
            </a:r>
            <a:r>
              <a:rPr lang="sv-SE" sz="1200" i="1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sesions</a:t>
            </a:r>
            <a:r>
              <a:rPr lang="sv-SE" sz="1200" i="1" kern="1200" baseline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 </a:t>
            </a:r>
            <a:r>
              <a:rPr lang="sv-SE" sz="1200" i="1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moved</a:t>
            </a:r>
            <a:r>
              <a:rPr lang="sv-SE" sz="1200" i="1" kern="1200" baseline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 </a:t>
            </a:r>
            <a:r>
              <a:rPr lang="sv-SE" sz="1200" i="1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between</a:t>
            </a:r>
            <a:endParaRPr lang="sv-SE" sz="1200" i="1" kern="120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itchFamily="-65" charset="-128"/>
              <a:cs typeface="Arial" panose="020B0604020202020204" pitchFamily="34" charset="0"/>
            </a:endParaRP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B51F9DAB-C808-FA87-F5F3-0F86A9F4CDF0}"/>
              </a:ext>
            </a:extLst>
          </p:cNvPr>
          <p:cNvSpPr txBox="1"/>
          <p:nvPr/>
        </p:nvSpPr>
        <p:spPr bwMode="auto">
          <a:xfrm>
            <a:off x="583085" y="3696991"/>
            <a:ext cx="7977830" cy="57275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00000"/>
              </a:lnSpc>
            </a:pPr>
            <a:r>
              <a:rPr lang="sv-SE" sz="1800" kern="1200" baseline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Always </a:t>
            </a:r>
            <a:r>
              <a:rPr lang="sv-SE" sz="1800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Mondays</a:t>
            </a:r>
            <a:r>
              <a:rPr lang="sv-SE" sz="1800" kern="1200" baseline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 and </a:t>
            </a:r>
            <a:r>
              <a:rPr lang="sv-SE" sz="1800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Wednesdays</a:t>
            </a:r>
            <a:endParaRPr lang="sv-SE" dirty="0">
              <a:solidFill>
                <a:schemeClr val="bg1"/>
              </a:solidFill>
              <a:latin typeface="Arial" panose="020B0604020202020204" pitchFamily="34" charset="0"/>
              <a:ea typeface="ＭＳ Ｐゴシック" pitchFamily="-65" charset="-128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endParaRPr lang="sv-SE" sz="1800" kern="120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itchFamily="-65" charset="-128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sv-SE" sz="1800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Often</a:t>
            </a:r>
            <a:r>
              <a:rPr lang="sv-SE" sz="1800" kern="1200" baseline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 </a:t>
            </a:r>
            <a:r>
              <a:rPr lang="sv-SE" sz="1800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lectures</a:t>
            </a:r>
            <a:r>
              <a:rPr lang="sv-SE" sz="1800" kern="1200" baseline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 </a:t>
            </a:r>
            <a:r>
              <a:rPr lang="sv-SE" sz="1800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before</a:t>
            </a:r>
            <a:r>
              <a:rPr lang="sv-SE" sz="1800" kern="1200" baseline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 lunch and </a:t>
            </a:r>
            <a:r>
              <a:rPr lang="sv-SE" sz="1800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seminairs</a:t>
            </a:r>
            <a:r>
              <a:rPr lang="sv-SE" sz="1800" kern="1200" baseline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/computer sessions in the </a:t>
            </a:r>
            <a:r>
              <a:rPr lang="sv-SE" sz="1800" kern="1200" baseline="0" dirty="0" err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rPr>
              <a:t>afternoon</a:t>
            </a:r>
            <a:endParaRPr lang="sv-SE" sz="1800" kern="120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itchFamily="-65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16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5F35FAE1-CC12-C8BC-44D7-D9CFF34D0A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49E81175-B0CE-35BB-F18F-B2C17D6F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Please</a:t>
            </a:r>
            <a:r>
              <a:rPr lang="sv-SE" dirty="0"/>
              <a:t> note!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088BB69-704C-3DF3-7981-3540738CE00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sv-SE" dirty="0" err="1"/>
              <a:t>Complete</a:t>
            </a:r>
            <a:r>
              <a:rPr lang="sv-SE" dirty="0"/>
              <a:t> </a:t>
            </a:r>
            <a:r>
              <a:rPr lang="sv-SE" dirty="0" err="1"/>
              <a:t>schedule</a:t>
            </a:r>
            <a:r>
              <a:rPr lang="sv-SE" dirty="0"/>
              <a:t> in Canvas</a:t>
            </a:r>
          </a:p>
          <a:p>
            <a:r>
              <a:rPr lang="sv-SE" dirty="0"/>
              <a:t>Not all </a:t>
            </a:r>
            <a:r>
              <a:rPr lang="sv-SE" dirty="0" err="1"/>
              <a:t>schedueled</a:t>
            </a:r>
            <a:r>
              <a:rPr lang="sv-SE" dirty="0"/>
              <a:t> </a:t>
            </a:r>
            <a:r>
              <a:rPr lang="sv-SE" dirty="0" err="1"/>
              <a:t>activities</a:t>
            </a:r>
            <a:r>
              <a:rPr lang="sv-SE" dirty="0"/>
              <a:t> </a:t>
            </a:r>
            <a:r>
              <a:rPr lang="sv-SE" dirty="0" err="1"/>
              <a:t>include</a:t>
            </a:r>
            <a:r>
              <a:rPr lang="sv-SE" dirty="0"/>
              <a:t> </a:t>
            </a:r>
            <a:r>
              <a:rPr lang="sv-SE" dirty="0" err="1"/>
              <a:t>presense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teacher</a:t>
            </a:r>
            <a:endParaRPr lang="sv-SE" dirty="0"/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most</a:t>
            </a:r>
            <a:r>
              <a:rPr lang="sv-SE" dirty="0"/>
              <a:t> </a:t>
            </a:r>
            <a:r>
              <a:rPr lang="sv-SE" dirty="0" err="1"/>
              <a:t>activites</a:t>
            </a:r>
            <a:r>
              <a:rPr lang="sv-SE" dirty="0"/>
              <a:t> at HVC </a:t>
            </a:r>
            <a:r>
              <a:rPr lang="sv-SE" dirty="0" err="1"/>
              <a:t>but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at </a:t>
            </a:r>
            <a:r>
              <a:rPr lang="sv-SE" dirty="0" err="1"/>
              <a:t>Medecinaregatan</a:t>
            </a:r>
            <a:r>
              <a:rPr lang="sv-SE" dirty="0"/>
              <a:t>!</a:t>
            </a:r>
          </a:p>
          <a:p>
            <a:r>
              <a:rPr lang="sv-SE" dirty="0"/>
              <a:t>Bring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own</a:t>
            </a:r>
            <a:r>
              <a:rPr lang="sv-SE" dirty="0"/>
              <a:t> computer to the computer sessions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1BC9431-2396-2412-68A3-483EC4B52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/>
              <a:t>|      SAHLGRENSKA ACADEMY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55010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9F931579-7073-20F6-1A0F-1A6A43842A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45A462B8-13C2-F235-C843-0EEBF541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Activities</a:t>
            </a:r>
            <a:endParaRPr lang="sv-SE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8F4973E2-556B-638C-D71E-71032DC0B80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sv-SE" dirty="0" err="1"/>
              <a:t>Lectures</a:t>
            </a:r>
            <a:endParaRPr lang="sv-SE" dirty="0"/>
          </a:p>
          <a:p>
            <a:r>
              <a:rPr lang="sv-SE" dirty="0" err="1"/>
              <a:t>Seminairs</a:t>
            </a:r>
            <a:r>
              <a:rPr lang="sv-SE" dirty="0"/>
              <a:t> (</a:t>
            </a:r>
            <a:r>
              <a:rPr lang="sv-SE" dirty="0" err="1"/>
              <a:t>most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b="1" dirty="0" err="1"/>
              <a:t>mandatory</a:t>
            </a:r>
            <a:r>
              <a:rPr lang="sv-SE" dirty="0"/>
              <a:t>!)</a:t>
            </a:r>
          </a:p>
          <a:p>
            <a:r>
              <a:rPr lang="sv-SE" dirty="0"/>
              <a:t>Computer sessions</a:t>
            </a:r>
          </a:p>
          <a:p>
            <a:pPr lvl="1"/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b="1" dirty="0" err="1"/>
              <a:t>mandatory</a:t>
            </a:r>
            <a:endParaRPr lang="sv-SE" b="1" dirty="0"/>
          </a:p>
          <a:p>
            <a:pPr lvl="1"/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them</a:t>
            </a:r>
            <a:r>
              <a:rPr lang="sv-SE" dirty="0"/>
              <a:t> </a:t>
            </a:r>
            <a:r>
              <a:rPr lang="sv-SE" dirty="0" err="1"/>
              <a:t>concern</a:t>
            </a:r>
            <a:r>
              <a:rPr lang="sv-SE" dirty="0"/>
              <a:t> a mini-</a:t>
            </a:r>
            <a:r>
              <a:rPr lang="sv-SE" dirty="0" err="1"/>
              <a:t>project</a:t>
            </a:r>
            <a:endParaRPr lang="sv-SE" dirty="0"/>
          </a:p>
          <a:p>
            <a:r>
              <a:rPr lang="sv-SE" dirty="0"/>
              <a:t>Self-studies</a:t>
            </a:r>
          </a:p>
          <a:p>
            <a:r>
              <a:rPr lang="sv-SE" dirty="0" err="1"/>
              <a:t>Quizes</a:t>
            </a:r>
            <a:r>
              <a:rPr lang="sv-SE" dirty="0"/>
              <a:t> (Canvas)</a:t>
            </a:r>
          </a:p>
          <a:p>
            <a:r>
              <a:rPr lang="sv-SE" dirty="0"/>
              <a:t>DISA-</a:t>
            </a:r>
            <a:r>
              <a:rPr lang="sv-SE" dirty="0" err="1"/>
              <a:t>exam</a:t>
            </a:r>
            <a:r>
              <a:rPr lang="sv-SE" dirty="0"/>
              <a:t> (</a:t>
            </a:r>
            <a:r>
              <a:rPr lang="sv-SE" b="1" dirty="0" err="1"/>
              <a:t>mandatory</a:t>
            </a:r>
            <a:r>
              <a:rPr lang="sv-SE" dirty="0"/>
              <a:t>)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D3445F4-CEE5-AFDD-9A26-13E5E70AC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/>
              <a:t>|      SAHLGRENSKA ACADEMY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12831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DE2CD625-AD23-0DFC-9218-701C49C3C8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18821" y="936527"/>
            <a:ext cx="4833188" cy="15823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sz="1300" dirty="0" err="1"/>
              <a:t>Cairney</a:t>
            </a:r>
            <a:r>
              <a:rPr lang="sv-SE" sz="1300" dirty="0"/>
              <a:t>, J., Norman, G. R., </a:t>
            </a:r>
            <a:r>
              <a:rPr lang="sv-SE" sz="1300" dirty="0" err="1"/>
              <a:t>Streiner</a:t>
            </a:r>
            <a:r>
              <a:rPr lang="sv-SE" sz="1300" dirty="0"/>
              <a:t>, D. L. (2024, 6:e utgåvan). </a:t>
            </a:r>
            <a:br>
              <a:rPr lang="sv-SE" sz="1300" dirty="0"/>
            </a:br>
            <a:r>
              <a:rPr lang="sv-SE" dirty="0"/>
              <a:t>Health </a:t>
            </a:r>
            <a:r>
              <a:rPr lang="sv-SE" dirty="0" err="1"/>
              <a:t>Measurement</a:t>
            </a:r>
            <a:r>
              <a:rPr lang="sv-SE" dirty="0"/>
              <a:t> </a:t>
            </a:r>
            <a:r>
              <a:rPr lang="sv-SE" dirty="0" err="1"/>
              <a:t>Scales</a:t>
            </a:r>
            <a:r>
              <a:rPr lang="sv-SE" dirty="0"/>
              <a:t>, A practical guide to </a:t>
            </a:r>
            <a:r>
              <a:rPr lang="sv-SE" dirty="0" err="1"/>
              <a:t>their</a:t>
            </a:r>
            <a:r>
              <a:rPr lang="sv-SE" dirty="0"/>
              <a:t> </a:t>
            </a:r>
            <a:r>
              <a:rPr lang="sv-SE" dirty="0" err="1"/>
              <a:t>development</a:t>
            </a:r>
            <a:r>
              <a:rPr lang="sv-SE" dirty="0"/>
              <a:t> and </a:t>
            </a:r>
            <a:r>
              <a:rPr lang="sv-SE" dirty="0" err="1"/>
              <a:t>use</a:t>
            </a:r>
            <a:r>
              <a:rPr lang="sv-SE" dirty="0"/>
              <a:t>. </a:t>
            </a:r>
            <a:br>
              <a:rPr lang="sv-SE" dirty="0"/>
            </a:br>
            <a:r>
              <a:rPr lang="sv-SE" sz="1200" dirty="0"/>
              <a:t>Oxford University Press. ISBN: 9780192869487.</a:t>
            </a:r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7E12E4-C2FC-0243-4A1D-52E4FCD29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/>
              <a:t>|      SAHLGRENSKA ACADEMY</a:t>
            </a:r>
            <a:endParaRPr lang="en" dirty="0"/>
          </a:p>
        </p:txBody>
      </p:sp>
      <p:pic>
        <p:nvPicPr>
          <p:cNvPr id="6146" name="Picture 2" descr="Book cover for Health Measurement Scales: A practical guide to their development and use (6 edn)">
            <a:extLst>
              <a:ext uri="{FF2B5EF4-FFF2-40B4-BE49-F238E27FC236}">
                <a16:creationId xmlns:a16="http://schemas.microsoft.com/office/drawing/2014/main" id="{9F8117D5-DAAC-CDEE-1AA7-4295DE02D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1" y="249286"/>
            <a:ext cx="1513057" cy="226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latshållare för innehåll 3">
            <a:extLst>
              <a:ext uri="{FF2B5EF4-FFF2-40B4-BE49-F238E27FC236}">
                <a16:creationId xmlns:a16="http://schemas.microsoft.com/office/drawing/2014/main" id="{7D9B0B8B-CA83-6D56-FCE8-1EA2F05E141D}"/>
              </a:ext>
            </a:extLst>
          </p:cNvPr>
          <p:cNvSpPr txBox="1">
            <a:spLocks/>
          </p:cNvSpPr>
          <p:nvPr/>
        </p:nvSpPr>
        <p:spPr>
          <a:xfrm>
            <a:off x="1723477" y="4069824"/>
            <a:ext cx="4465207" cy="9932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16000" indent="-216000" algn="l" defTabSz="457200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charset="0"/>
              <a:buChar char="•"/>
              <a:defRPr lang="sv-SE" sz="18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  <a:lvl2pPr marL="432000" indent="-216000" algn="l" defTabSz="457200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lang="sv-SE" sz="1600" kern="1200" baseline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2pPr>
            <a:lvl3pPr marL="648000" indent="-216000" algn="l" defTabSz="457200" rtl="0" eaLnBrk="1" fontAlgn="base" hangingPunct="1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lang="sv-SE" sz="16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3pPr>
            <a:lvl4pPr marL="864000" indent="-216000" algn="l" defTabSz="457200" rtl="0" eaLnBrk="1" fontAlgn="base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sv-SE" sz="1600" kern="1200" baseline="0">
                <a:solidFill>
                  <a:schemeClr val="bg1"/>
                </a:solidFill>
                <a:latin typeface="Arial" panose="020B0604020202020204" pitchFamily="34" charset="0"/>
                <a:ea typeface="Helvetica" charset="0"/>
                <a:cs typeface="Arial" panose="020B0604020202020204" pitchFamily="34" charset="0"/>
              </a:defRPr>
            </a:lvl4pPr>
            <a:lvl5pPr marL="1080000" indent="-216000" algn="l" defTabSz="457200" rtl="0" eaLnBrk="1" fontAlgn="base" hangingPunct="1"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lang="sv-SE" sz="1600" kern="1200">
                <a:solidFill>
                  <a:schemeClr val="bg1"/>
                </a:solidFill>
                <a:latin typeface="Arial" panose="020B0604020202020204" pitchFamily="34" charset="0"/>
                <a:ea typeface="Helvetica" charset="0"/>
                <a:cs typeface="Arial" panose="020B0604020202020204" pitchFamily="34" charset="0"/>
              </a:defRPr>
            </a:lvl5pPr>
            <a:lvl6pPr marL="1616075" indent="-215900" algn="l" defTabSz="4572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1200" dirty="0" err="1"/>
              <a:t>Mair</a:t>
            </a:r>
            <a:r>
              <a:rPr lang="sv-SE" sz="1200" dirty="0"/>
              <a:t>, P., (2018). </a:t>
            </a:r>
            <a:br>
              <a:rPr lang="sv-SE" dirty="0"/>
            </a:br>
            <a:r>
              <a:rPr lang="sv-SE" dirty="0"/>
              <a:t>Modern </a:t>
            </a:r>
            <a:r>
              <a:rPr lang="sv-SE" dirty="0" err="1"/>
              <a:t>Psychometrics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R. </a:t>
            </a:r>
            <a:r>
              <a:rPr lang="sv-SE" dirty="0" err="1"/>
              <a:t>Use</a:t>
            </a:r>
            <a:r>
              <a:rPr lang="sv-SE" dirty="0"/>
              <a:t> R!</a:t>
            </a:r>
            <a:br>
              <a:rPr lang="sv-SE" dirty="0"/>
            </a:br>
            <a:r>
              <a:rPr lang="sv-SE" sz="1200" dirty="0"/>
              <a:t>Springer International Publishing AG. ISBN: 9783319931753.</a:t>
            </a:r>
            <a:endParaRPr lang="sv-SE" dirty="0"/>
          </a:p>
        </p:txBody>
      </p:sp>
      <p:sp>
        <p:nvSpPr>
          <p:cNvPr id="9" name="Platshållare för innehåll 3">
            <a:extLst>
              <a:ext uri="{FF2B5EF4-FFF2-40B4-BE49-F238E27FC236}">
                <a16:creationId xmlns:a16="http://schemas.microsoft.com/office/drawing/2014/main" id="{42D9B8D8-D76A-B282-843B-F5603C33AF4B}"/>
              </a:ext>
            </a:extLst>
          </p:cNvPr>
          <p:cNvSpPr txBox="1">
            <a:spLocks/>
          </p:cNvSpPr>
          <p:nvPr/>
        </p:nvSpPr>
        <p:spPr>
          <a:xfrm>
            <a:off x="4572000" y="2492315"/>
            <a:ext cx="2409929" cy="12198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16000" indent="-216000" algn="l" defTabSz="457200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charset="0"/>
              <a:buChar char="•"/>
              <a:defRPr lang="sv-SE" sz="18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  <a:lvl2pPr marL="432000" indent="-216000" algn="l" defTabSz="457200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lang="sv-SE" sz="1600" kern="1200" baseline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2pPr>
            <a:lvl3pPr marL="648000" indent="-216000" algn="l" defTabSz="457200" rtl="0" eaLnBrk="1" fontAlgn="base" hangingPunct="1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lang="sv-SE" sz="16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3pPr>
            <a:lvl4pPr marL="864000" indent="-216000" algn="l" defTabSz="457200" rtl="0" eaLnBrk="1" fontAlgn="base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sv-SE" sz="1600" kern="1200" baseline="0">
                <a:solidFill>
                  <a:schemeClr val="bg1"/>
                </a:solidFill>
                <a:latin typeface="Arial" panose="020B0604020202020204" pitchFamily="34" charset="0"/>
                <a:ea typeface="Helvetica" charset="0"/>
                <a:cs typeface="Arial" panose="020B0604020202020204" pitchFamily="34" charset="0"/>
              </a:defRPr>
            </a:lvl4pPr>
            <a:lvl5pPr marL="1080000" indent="-216000" algn="l" defTabSz="457200" rtl="0" eaLnBrk="1" fontAlgn="base" hangingPunct="1"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lang="sv-SE" sz="1600" kern="1200">
                <a:solidFill>
                  <a:schemeClr val="bg1"/>
                </a:solidFill>
                <a:latin typeface="Arial" panose="020B0604020202020204" pitchFamily="34" charset="0"/>
                <a:ea typeface="Helvetica" charset="0"/>
                <a:cs typeface="Arial" panose="020B0604020202020204" pitchFamily="34" charset="0"/>
              </a:defRPr>
            </a:lvl5pPr>
            <a:lvl6pPr marL="1616075" indent="-215900" algn="l" defTabSz="4572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sv-SE" sz="1200" dirty="0"/>
              <a:t>Nguyen, A., (2022).</a:t>
            </a:r>
            <a:r>
              <a:rPr lang="sv-SE" dirty="0"/>
              <a:t> </a:t>
            </a:r>
            <a:br>
              <a:rPr lang="sv-SE" dirty="0"/>
            </a:br>
            <a:r>
              <a:rPr lang="sv-SE" dirty="0"/>
              <a:t>Hands-On Healthcare Data. </a:t>
            </a:r>
            <a:br>
              <a:rPr lang="sv-SE" dirty="0"/>
            </a:br>
            <a:r>
              <a:rPr lang="sv-SE" sz="1200" dirty="0" err="1"/>
              <a:t>O’Reilly</a:t>
            </a:r>
            <a:r>
              <a:rPr lang="sv-SE" sz="1200" dirty="0"/>
              <a:t> Media.</a:t>
            </a:r>
          </a:p>
          <a:p>
            <a:pPr algn="r"/>
            <a:endParaRPr lang="sv-SE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BF0F5FB-03BE-C86E-B657-EC1C9ABFD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23" y="2631220"/>
            <a:ext cx="1428532" cy="216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ands-on Healthcare Data: Taming The Complexity Of Real-world Data, De ...">
            <a:extLst>
              <a:ext uri="{FF2B5EF4-FFF2-40B4-BE49-F238E27FC236}">
                <a16:creationId xmlns:a16="http://schemas.microsoft.com/office/drawing/2014/main" id="{EB370496-F9B5-04AA-BF0B-A7FFCF4F0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156" y="1676249"/>
            <a:ext cx="1818821" cy="239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64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C89EB8AC-7537-F812-DD19-DCD3CC5261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930FD9E5-F398-3ECD-B9B3-07E1813CA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Additional</a:t>
            </a:r>
            <a:r>
              <a:rPr lang="sv-SE" dirty="0"/>
              <a:t> </a:t>
            </a:r>
            <a:r>
              <a:rPr lang="sv-SE" dirty="0" err="1"/>
              <a:t>resources</a:t>
            </a:r>
            <a:endParaRPr lang="sv-SE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EBA48341-9B12-44F1-1416-0320533471A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additional</a:t>
            </a:r>
            <a:r>
              <a:rPr lang="sv-SE" dirty="0"/>
              <a:t> software (</a:t>
            </a:r>
            <a:r>
              <a:rPr lang="sv-SE" dirty="0" err="1"/>
              <a:t>open</a:t>
            </a:r>
            <a:r>
              <a:rPr lang="sv-SE" dirty="0"/>
              <a:t> source and </a:t>
            </a:r>
            <a:r>
              <a:rPr lang="sv-SE" dirty="0" err="1"/>
              <a:t>free</a:t>
            </a:r>
            <a:r>
              <a:rPr lang="sv-SE" dirty="0"/>
              <a:t>)</a:t>
            </a:r>
          </a:p>
          <a:p>
            <a:r>
              <a:rPr lang="sv-SE" dirty="0" err="1"/>
              <a:t>Additional</a:t>
            </a:r>
            <a:r>
              <a:rPr lang="sv-SE" dirty="0"/>
              <a:t> </a:t>
            </a:r>
            <a:r>
              <a:rPr lang="sv-SE" dirty="0" err="1"/>
              <a:t>reading</a:t>
            </a:r>
            <a:r>
              <a:rPr lang="sv-SE" dirty="0"/>
              <a:t> material (</a:t>
            </a:r>
            <a:r>
              <a:rPr lang="sv-SE" dirty="0" err="1"/>
              <a:t>articles</a:t>
            </a:r>
            <a:r>
              <a:rPr lang="sv-SE" dirty="0"/>
              <a:t> and web </a:t>
            </a:r>
            <a:r>
              <a:rPr lang="sv-SE" dirty="0" err="1"/>
              <a:t>links</a:t>
            </a:r>
            <a:r>
              <a:rPr lang="sv-SE" dirty="0"/>
              <a:t>) </a:t>
            </a:r>
            <a:r>
              <a:rPr lang="sv-SE" dirty="0" err="1"/>
              <a:t>will</a:t>
            </a:r>
            <a:r>
              <a:rPr lang="sv-SE" dirty="0"/>
              <a:t> be </a:t>
            </a:r>
            <a:r>
              <a:rPr lang="sv-SE" dirty="0" err="1"/>
              <a:t>provided</a:t>
            </a:r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718E8C1-19F2-0F8A-0CCA-ED5358A0D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/>
              <a:t>|      SAHLGRENSKA ACADEMY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7204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CA032D39-4C05-FF8C-9E64-54690E1E1A5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2217186F-1DA4-31C7-D4EF-C82F7B9F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Examination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8C9F99C9-27C8-E961-8E50-5B3F14ADD0E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sv-SE" dirty="0" err="1"/>
              <a:t>Written</a:t>
            </a:r>
            <a:r>
              <a:rPr lang="sv-SE" dirty="0"/>
              <a:t> DISA </a:t>
            </a:r>
            <a:r>
              <a:rPr lang="sv-SE" dirty="0" err="1"/>
              <a:t>exam</a:t>
            </a:r>
            <a:r>
              <a:rPr lang="sv-SE" dirty="0"/>
              <a:t>: 4 </a:t>
            </a:r>
            <a:r>
              <a:rPr lang="sv-SE" dirty="0" err="1"/>
              <a:t>credits</a:t>
            </a:r>
            <a:endParaRPr lang="sv-SE" dirty="0"/>
          </a:p>
          <a:p>
            <a:r>
              <a:rPr lang="sv-SE" dirty="0" err="1"/>
              <a:t>Seminairs</a:t>
            </a:r>
            <a:r>
              <a:rPr lang="sv-SE" dirty="0"/>
              <a:t> and computer sessions</a:t>
            </a:r>
          </a:p>
          <a:p>
            <a:pPr lvl="1"/>
            <a:r>
              <a:rPr lang="sv-SE" dirty="0"/>
              <a:t>1.5 </a:t>
            </a:r>
            <a:r>
              <a:rPr lang="sv-SE" dirty="0" err="1"/>
              <a:t>credits</a:t>
            </a:r>
            <a:r>
              <a:rPr lang="sv-SE" dirty="0"/>
              <a:t> for AGEs part</a:t>
            </a:r>
          </a:p>
          <a:p>
            <a:pPr lvl="1"/>
            <a:r>
              <a:rPr lang="sv-SE" dirty="0"/>
              <a:t>2 </a:t>
            </a:r>
            <a:r>
              <a:rPr lang="sv-SE" dirty="0" err="1"/>
              <a:t>credits</a:t>
            </a:r>
            <a:r>
              <a:rPr lang="sv-SE" dirty="0"/>
              <a:t> for </a:t>
            </a:r>
            <a:r>
              <a:rPr lang="sv-SE" dirty="0" err="1"/>
              <a:t>EBs</a:t>
            </a:r>
            <a:r>
              <a:rPr lang="sv-SE" dirty="0"/>
              <a:t> part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4A056A5-2471-88DD-AC48-75131DEF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/>
              <a:t>|      SAHLGRENSKA ACADEMY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45196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FC0187AC-E81E-459B-1190-2C0309A70DF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F6948A68-9FE5-7D9A-DA0A-397EE9BD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AI-policy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1D3CF374-1585-75BA-653E-2889CE2C5AB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responsibly</a:t>
            </a:r>
            <a:r>
              <a:rPr lang="sv-SE" dirty="0"/>
              <a:t> for </a:t>
            </a:r>
            <a:r>
              <a:rPr lang="sv-SE" dirty="0" err="1"/>
              <a:t>self</a:t>
            </a:r>
            <a:r>
              <a:rPr lang="sv-SE" dirty="0"/>
              <a:t>-studies and </a:t>
            </a:r>
            <a:r>
              <a:rPr lang="sv-SE" dirty="0" err="1"/>
              <a:t>some</a:t>
            </a:r>
            <a:r>
              <a:rPr lang="sv-SE" dirty="0"/>
              <a:t> computer </a:t>
            </a:r>
            <a:r>
              <a:rPr lang="sv-SE" dirty="0" err="1"/>
              <a:t>exercises</a:t>
            </a:r>
            <a:r>
              <a:rPr lang="sv-SE" dirty="0"/>
              <a:t> </a:t>
            </a:r>
            <a:r>
              <a:rPr lang="sv-SE" dirty="0" err="1"/>
              <a:t>but</a:t>
            </a:r>
            <a:r>
              <a:rPr lang="sv-SE" dirty="0"/>
              <a:t> be transparant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do …</a:t>
            </a:r>
          </a:p>
          <a:p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working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sensitive data, </a:t>
            </a:r>
            <a:r>
              <a:rPr lang="sv-SE" dirty="0" err="1"/>
              <a:t>technical</a:t>
            </a:r>
            <a:r>
              <a:rPr lang="sv-SE" dirty="0"/>
              <a:t> </a:t>
            </a:r>
            <a:r>
              <a:rPr lang="sv-SE" dirty="0" err="1"/>
              <a:t>restrictions</a:t>
            </a:r>
            <a:r>
              <a:rPr lang="sv-SE" dirty="0"/>
              <a:t> </a:t>
            </a:r>
            <a:r>
              <a:rPr lang="sv-SE" dirty="0" err="1"/>
              <a:t>often</a:t>
            </a:r>
            <a:r>
              <a:rPr lang="sv-SE" dirty="0"/>
              <a:t> </a:t>
            </a:r>
            <a:r>
              <a:rPr lang="sv-SE" dirty="0" err="1"/>
              <a:t>applies</a:t>
            </a:r>
            <a:r>
              <a:rPr lang="sv-SE" dirty="0"/>
              <a:t> to </a:t>
            </a:r>
            <a:r>
              <a:rPr lang="sv-SE" dirty="0" err="1"/>
              <a:t>secure</a:t>
            </a:r>
            <a:r>
              <a:rPr lang="sv-SE" dirty="0"/>
              <a:t> </a:t>
            </a:r>
            <a:r>
              <a:rPr lang="sv-SE" dirty="0" err="1"/>
              <a:t>working</a:t>
            </a:r>
            <a:r>
              <a:rPr lang="sv-SE" dirty="0"/>
              <a:t> </a:t>
            </a:r>
            <a:r>
              <a:rPr lang="sv-SE" dirty="0" err="1"/>
              <a:t>environment</a:t>
            </a:r>
            <a:r>
              <a:rPr lang="sv-SE" dirty="0"/>
              <a:t>. </a:t>
            </a:r>
            <a:r>
              <a:rPr lang="sv-SE" dirty="0" err="1"/>
              <a:t>Don’t</a:t>
            </a:r>
            <a:r>
              <a:rPr lang="sv-SE" dirty="0"/>
              <a:t> get </a:t>
            </a:r>
            <a:r>
              <a:rPr lang="sv-SE" dirty="0" err="1"/>
              <a:t>dependent</a:t>
            </a:r>
            <a:r>
              <a:rPr lang="sv-SE" dirty="0"/>
              <a:t> on </a:t>
            </a:r>
            <a:r>
              <a:rPr lang="sv-SE" dirty="0" err="1"/>
              <a:t>tools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not </a:t>
            </a:r>
            <a:r>
              <a:rPr lang="sv-SE" dirty="0" err="1"/>
              <a:t>use</a:t>
            </a:r>
            <a:r>
              <a:rPr lang="sv-SE" dirty="0"/>
              <a:t> in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future</a:t>
            </a:r>
            <a:r>
              <a:rPr lang="sv-SE" dirty="0"/>
              <a:t> </a:t>
            </a:r>
            <a:r>
              <a:rPr lang="sv-SE" dirty="0" err="1"/>
              <a:t>work</a:t>
            </a:r>
            <a:r>
              <a:rPr lang="sv-SE" dirty="0"/>
              <a:t>!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B02F632-65E0-4CF2-E01E-A2E3BC67B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/>
              <a:t>|      SAHLGRENSKA ACADEMY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2232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8EA3E915-CE5B-C6E7-F0B2-035312922BC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BAE55488-1F34-1335-2F8A-805B1C592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Canvas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6B6A0679-3B9A-1522-4557-2BE36C196A4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sv-SE" dirty="0">
                <a:hlinkClick r:id="rId2"/>
              </a:rPr>
              <a:t>https://canvas.gu.se/courses/97348</a:t>
            </a:r>
            <a:r>
              <a:rPr lang="sv-SE" dirty="0"/>
              <a:t> </a:t>
            </a:r>
          </a:p>
          <a:p>
            <a:r>
              <a:rPr lang="sv-SE" dirty="0" err="1"/>
              <a:t>Where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</a:t>
            </a:r>
            <a:r>
              <a:rPr lang="sv-SE" dirty="0" err="1"/>
              <a:t>find</a:t>
            </a:r>
            <a:r>
              <a:rPr lang="sv-SE" dirty="0"/>
              <a:t> </a:t>
            </a:r>
            <a:r>
              <a:rPr lang="sv-SE" dirty="0" err="1"/>
              <a:t>links</a:t>
            </a:r>
            <a:r>
              <a:rPr lang="sv-SE" dirty="0"/>
              <a:t> to </a:t>
            </a:r>
            <a:r>
              <a:rPr lang="sv-SE" dirty="0" err="1"/>
              <a:t>schedule</a:t>
            </a:r>
            <a:r>
              <a:rPr lang="sv-SE" dirty="0"/>
              <a:t> etc.</a:t>
            </a:r>
          </a:p>
          <a:p>
            <a:r>
              <a:rPr lang="sv-SE" dirty="0" err="1"/>
              <a:t>Navigate</a:t>
            </a:r>
            <a:r>
              <a:rPr lang="sv-SE" dirty="0"/>
              <a:t> the </a:t>
            </a:r>
            <a:r>
              <a:rPr lang="sv-SE" dirty="0" err="1"/>
              <a:t>modules</a:t>
            </a:r>
            <a:r>
              <a:rPr lang="sv-SE" dirty="0"/>
              <a:t>!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1120C23-1924-C5AC-93D4-237A23908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en"/>
              <a:t>|      SAHLGRENSKA ACADEMY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52237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GU_PPTMall_1.0_2025-09-07">
  <a:themeElements>
    <a:clrScheme name="Egen 2">
      <a:dk1>
        <a:srgbClr val="000000"/>
      </a:dk1>
      <a:lt1>
        <a:srgbClr val="FFFFFF"/>
      </a:lt1>
      <a:dk2>
        <a:srgbClr val="121B39"/>
      </a:dk2>
      <a:lt2>
        <a:srgbClr val="324B65"/>
      </a:lt2>
      <a:accent1>
        <a:srgbClr val="004C8D"/>
      </a:accent1>
      <a:accent2>
        <a:srgbClr val="4C87C1"/>
      </a:accent2>
      <a:accent3>
        <a:srgbClr val="5CAADD"/>
      </a:accent3>
      <a:accent4>
        <a:srgbClr val="7F8FC1"/>
      </a:accent4>
      <a:accent5>
        <a:srgbClr val="4CABBF"/>
      </a:accent5>
      <a:accent6>
        <a:srgbClr val="9EAFB9"/>
      </a:accent6>
      <a:hlink>
        <a:srgbClr val="FF0054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FAA26D3D-D897-4be2-8F04-BA451C77F1D7}">
            <ma14:placeholderFlag xmlns:r="http://schemas.openxmlformats.org/officeDocument/2006/relationships" xmlns:p="http://schemas.openxmlformats.org/presentationml/2006/main" xmlns="" xmlns:ma14="http://schemas.microsoft.com/office/mac/drawingml/2011/main" val="1"/>
          </a:ext>
        </a:extLst>
      </a:spPr>
      <a:bodyPr vert="horz" wrap="square" lIns="0" tIns="0" rIns="0" bIns="0" numCol="1" rtlCol="0" anchor="t" anchorCtr="0" compatLnSpc="1">
        <a:prstTxWarp prst="textNoShape">
          <a:avLst/>
        </a:prstTxWarp>
        <a:noAutofit/>
      </a:bodyPr>
      <a:lstStyle>
        <a:defPPr algn="l">
          <a:lnSpc>
            <a:spcPct val="100000"/>
          </a:lnSpc>
          <a:defRPr sz="1800" kern="1200" baseline="0" dirty="0" err="1" smtClean="0">
            <a:solidFill>
              <a:schemeClr val="bg1"/>
            </a:solidFill>
            <a:latin typeface="Arial" panose="020B0604020202020204" pitchFamily="34" charset="0"/>
            <a:ea typeface="ＭＳ Ｐゴシック" pitchFamily="-65" charset="-128"/>
            <a:cs typeface="Arial" panose="020B0604020202020204" pitchFamily="34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PPT_MALL_GU_SA_engelsk_251209_v3" id="{3384F005-AEC1-1C47-905B-F4830D508817}" vid="{435B813C-5948-DF4D-843C-F722EA5372D1}"/>
    </a:ext>
  </a:extLst>
</a:theme>
</file>

<file path=ppt/theme/theme2.xml><?xml version="1.0" encoding="utf-8"?>
<a:theme xmlns:a="http://schemas.openxmlformats.org/drawingml/2006/main" name="2_GU_PPTMall_1.0_2025-09-07">
  <a:themeElements>
    <a:clrScheme name="Egen 2">
      <a:dk1>
        <a:srgbClr val="000000"/>
      </a:dk1>
      <a:lt1>
        <a:srgbClr val="FFFFFF"/>
      </a:lt1>
      <a:dk2>
        <a:srgbClr val="121B39"/>
      </a:dk2>
      <a:lt2>
        <a:srgbClr val="324B65"/>
      </a:lt2>
      <a:accent1>
        <a:srgbClr val="004C8D"/>
      </a:accent1>
      <a:accent2>
        <a:srgbClr val="4C87C1"/>
      </a:accent2>
      <a:accent3>
        <a:srgbClr val="5CAADD"/>
      </a:accent3>
      <a:accent4>
        <a:srgbClr val="7F8FC1"/>
      </a:accent4>
      <a:accent5>
        <a:srgbClr val="4CABBF"/>
      </a:accent5>
      <a:accent6>
        <a:srgbClr val="9EAFB9"/>
      </a:accent6>
      <a:hlink>
        <a:srgbClr val="FF0054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ffectLst>
          <a:innerShdw blurRad="63500" dist="50800" dir="13500000">
            <a:prstClr val="black">
              <a:alpha val="50000"/>
            </a:prstClr>
          </a:innerShdw>
        </a:effectLst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r="http://schemas.openxmlformats.org/officeDocument/2006/relationships" xmlns:p="http://schemas.openxmlformats.org/presentationml/2006/main" xmlns="" xmlns:ma14="http://schemas.microsoft.com/office/mac/drawingml/2011/main" val="1"/>
          </a:ext>
        </a:extLst>
      </a:spPr>
      <a:bodyPr vert="horz" wrap="square" lIns="0" tIns="0" rIns="0" bIns="0" numCol="1" rtlCol="0" anchor="t" anchorCtr="0" compatLnSpc="1">
        <a:prstTxWarp prst="textNoShape">
          <a:avLst/>
        </a:prstTxWarp>
        <a:noAutofit/>
      </a:bodyPr>
      <a:lstStyle>
        <a:defPPr algn="l">
          <a:lnSpc>
            <a:spcPct val="100000"/>
          </a:lnSpc>
          <a:defRPr sz="1600" cap="none" dirty="0" smtClean="0"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13000"/>
                </a:prstClr>
              </a:outerShdw>
            </a:effectLst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MALL_GU_SA_engelsk_251209_v3" id="{3384F005-AEC1-1C47-905B-F4830D508817}" vid="{6DDBFE72-2B9C-8E4C-92AB-E6B890D975E5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GU_Blankett" ma:contentTypeID="0x010100231F3DA3D1B7794E85C21759888631A8009DBB18C6CF00B24F95A41F76F18926C1" ma:contentTypeVersion="5" ma:contentTypeDescription="Innehållstyp för lagring av blanketter" ma:contentTypeScope="" ma:versionID="f4dccaf64e5543e9559c3d7fd75aeee1">
  <xsd:schema xmlns:xsd="http://www.w3.org/2001/XMLSchema" xmlns:xs="http://www.w3.org/2001/XMLSchema" xmlns:p="http://schemas.microsoft.com/office/2006/metadata/properties" xmlns:ns2="a94ff575-881d-444c-a15f-28f2022b7885" xmlns:ns3="b6de107f-b694-4e95-8e07-8baf2b5b38b6" xmlns:ns4="e8fa93e4-1964-46e1-be8c-6632cc7a73c8" targetNamespace="http://schemas.microsoft.com/office/2006/metadata/properties" ma:root="true" ma:fieldsID="a777f7c068c1690e5137d0b07a4fe62d" ns2:_="" ns3:_="" ns4:_="">
    <xsd:import namespace="a94ff575-881d-444c-a15f-28f2022b7885"/>
    <xsd:import namespace="b6de107f-b694-4e95-8e07-8baf2b5b38b6"/>
    <xsd:import namespace="e8fa93e4-1964-46e1-be8c-6632cc7a73c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3:_dlc_DocIdUrl" minOccurs="0"/>
                <xsd:element ref="ns3:_dlc_DocIdPersistId" minOccurs="0"/>
                <xsd:element ref="ns3:f73815fef383408bad3056eee7425723" minOccurs="0"/>
                <xsd:element ref="ns4:TaxCatchAll" minOccurs="0"/>
                <xsd:element ref="ns4:TaxCatchAllLabel" minOccurs="0"/>
                <xsd:element ref="ns3:p09129be3b074fcca1de0a9cd6c52afe" minOccurs="0"/>
                <xsd:element ref="ns4:TaxKeywordTaxHTField" minOccurs="0"/>
                <xsd:element ref="ns3:GU_Form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ff575-881d-444c-a15f-28f2022b788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kument-ID-värde" ma:description="" ma:internalName="_dlc_DocId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de107f-b694-4e95-8e07-8baf2b5b38b6" elementFormDefault="qualified">
    <xsd:import namespace="http://schemas.microsoft.com/office/2006/documentManagement/types"/>
    <xsd:import namespace="http://schemas.microsoft.com/office/infopath/2007/PartnerControls"/>
    <xsd:element name="_dlc_DocIdUrl" ma:index="9" nillable="true" ma:displayName="Document ID" ma:description="Permanent länk till det här dokumente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Spara ID" ma:description="Behåll ID vid tillägg." ma:hidden="true" ma:internalName="_dlc_DocIdPersistId" ma:readOnly="true">
      <xsd:simpleType>
        <xsd:restriction base="dms:Boolean"/>
      </xsd:simpleType>
    </xsd:element>
    <xsd:element name="f73815fef383408bad3056eee7425723" ma:index="11" nillable="true" ma:taxonomy="true" ma:internalName="f73815fef383408bad3056eee7425723" ma:taxonomyFieldName="GU_FormType" ma:displayName="Typ av blankett" ma:default="" ma:fieldId="{f73815fe-f383-408b-ad30-56eee7425723}" ma:sspId="85cde726-cec2-4dbf-bde0-2c3495ee07fa" ma:termSetId="419540a5-1524-4808-b5d5-a0c10188694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09129be3b074fcca1de0a9cd6c52afe" ma:index="15" nillable="true" ma:taxonomy="true" ma:internalName="p09129be3b074fcca1de0a9cd6c52afe" ma:taxonomyFieldName="GU_FormOrganisation" ma:displayName="Organisationsenhet" ma:default="" ma:fieldId="{909129be-3b07-4fcc-a1de-0a9cd6c52afe}" ma:sspId="85cde726-cec2-4dbf-bde0-2c3495ee07fa" ma:termSetId="938bbb0a-f50e-4d72-96c1-d7b7216eae1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U_FormDescription" ma:index="19" nillable="true" ma:displayName="Beskrivning av blankett" ma:default="" ma:description="" ma:internalName="GU_Form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a93e4-1964-46e1-be8c-6632cc7a73c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66e41a4-b33b-4c11-9054-3cb4e5b0c488}" ma:internalName="TaxCatchAll" ma:showField="CatchAllData" ma:web="1b4c79d9-dfe2-4735-89eb-46a0b18b46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c66e41a4-b33b-4c11-9054-3cb4e5b0c488}" ma:internalName="TaxCatchAllLabel" ma:readOnly="true" ma:showField="CatchAllDataLabel" ma:web="1b4c79d9-dfe2-4735-89eb-46a0b18b46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17" nillable="true" ma:taxonomy="true" ma:internalName="TaxKeywordTaxHTField" ma:taxonomyFieldName="TaxKeyword" ma:displayName="Företagsnyckelord" ma:fieldId="{23f27201-bee3-471e-b2e7-b64fd8b7ca38}" ma:taxonomyMulti="true" ma:sspId="85cde726-cec2-4dbf-bde0-2c3495ee07f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85cde726-cec2-4dbf-bde0-2c3495ee07fa" ContentTypeId="0x010100231F3DA3D1B7794E85C21759888631A8" PreviousValue="false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KeywordTaxHTField xmlns="e8fa93e4-1964-46e1-be8c-6632cc7a73c8">
      <Terms xmlns="http://schemas.microsoft.com/office/infopath/2007/PartnerControls">
        <TermInfo xmlns="http://schemas.microsoft.com/office/infopath/2007/PartnerControls">
          <TermName xmlns="http://schemas.microsoft.com/office/infopath/2007/PartnerControls">NY PowerPointmall 2025</TermName>
          <TermId xmlns="http://schemas.microsoft.com/office/infopath/2007/PartnerControls">f215e270-492d-40ef-bc2a-232342d9bde1</TermId>
        </TermInfo>
        <TermInfo xmlns="http://schemas.microsoft.com/office/infopath/2007/PartnerControls">
          <TermName xmlns="http://schemas.microsoft.com/office/infopath/2007/PartnerControls">Mallar visuell identitet</TermName>
          <TermId xmlns="http://schemas.microsoft.com/office/infopath/2007/PartnerControls">640064d2-7f38-4501-b4bf-ec03bcf599df</TermId>
        </TermInfo>
      </Terms>
    </TaxKeywordTaxHTField>
    <TaxCatchAll xmlns="e8fa93e4-1964-46e1-be8c-6632cc7a73c8">
      <Value>111</Value>
      <Value>544</Value>
      <Value>360</Value>
      <Value>69</Value>
    </TaxCatchAll>
    <_dlc_DocId xmlns="a94ff575-881d-444c-a15f-28f2022b7885">GU170-351012462-11478</_dlc_DocId>
    <_dlc_DocIdUrl xmlns="b6de107f-b694-4e95-8e07-8baf2b5b38b6">
      <Url>https://gunet.sharepoint.com/sites/sy-org-kommunikationsenheten/_layouts/15/DocIdRedir.aspx?ID=GU170-351012462-11478</Url>
      <Description>GU170-351012462-11478</Description>
    </_dlc_DocIdUrl>
    <p09129be3b074fcca1de0a9cd6c52afe xmlns="b6de107f-b694-4e95-8e07-8baf2b5b38b6">
      <Terms xmlns="http://schemas.microsoft.com/office/infopath/2007/PartnerControls">
        <TermInfo xmlns="http://schemas.microsoft.com/office/infopath/2007/PartnerControls">
          <TermName xmlns="http://schemas.microsoft.com/office/infopath/2007/PartnerControls">Kommunikationsenheten</TermName>
          <TermId xmlns="http://schemas.microsoft.com/office/infopath/2007/PartnerControls">d8e4bd47-f9f1-451f-b020-7fd79937fe8c</TermId>
        </TermInfo>
      </Terms>
    </p09129be3b074fcca1de0a9cd6c52afe>
    <GU_FormDescription xmlns="b6de107f-b694-4e95-8e07-8baf2b5b38b6">PowerPointmall, svensk, SA+SU</GU_FormDescription>
    <f73815fef383408bad3056eee7425723 xmlns="b6de107f-b694-4e95-8e07-8baf2b5b38b6">
      <Terms xmlns="http://schemas.microsoft.com/office/infopath/2007/PartnerControls">
        <TermInfo xmlns="http://schemas.microsoft.com/office/infopath/2007/PartnerControls">
          <TermName xmlns="http://schemas.microsoft.com/office/infopath/2007/PartnerControls">Personal</TermName>
          <TermId xmlns="http://schemas.microsoft.com/office/infopath/2007/PartnerControls">da80f012-349c-4177-a6bd-7ba3c165a3ce</TermId>
        </TermInfo>
      </Terms>
    </f73815fef383408bad3056eee7425723>
  </documentManagement>
</p:properties>
</file>

<file path=customXml/itemProps1.xml><?xml version="1.0" encoding="utf-8"?>
<ds:datastoreItem xmlns:ds="http://schemas.openxmlformats.org/officeDocument/2006/customXml" ds:itemID="{50DFE1E4-7E50-423B-9CEC-1608761E87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4ff575-881d-444c-a15f-28f2022b7885"/>
    <ds:schemaRef ds:uri="b6de107f-b694-4e95-8e07-8baf2b5b38b6"/>
    <ds:schemaRef ds:uri="e8fa93e4-1964-46e1-be8c-6632cc7a73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2C57D5-E943-415E-8BED-8415937049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75B85B-3E8A-45F8-927F-9CD123A1F00F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BEC01A0C-036E-4B57-81C8-6CF117B892FB}">
  <ds:schemaRefs>
    <ds:schemaRef ds:uri="http://schemas.microsoft.com/office/infopath/2007/PartnerControls"/>
    <ds:schemaRef ds:uri="http://purl.org/dc/elements/1.1/"/>
    <ds:schemaRef ds:uri="http://www.w3.org/XML/1998/namespace"/>
    <ds:schemaRef ds:uri="4160d47a-ddaf-4f96-aa5a-ac84a930d3d1"/>
    <ds:schemaRef ds:uri="a94ff575-881d-444c-a15f-28f2022b7885"/>
    <ds:schemaRef ds:uri="http://purl.org/dc/terms/"/>
    <ds:schemaRef ds:uri="http://schemas.openxmlformats.org/package/2006/metadata/core-properties"/>
    <ds:schemaRef ds:uri="b79d7df0-f7a9-4c01-adec-37d90b5fddf1"/>
    <ds:schemaRef ds:uri="http://purl.org/dc/dcmitype/"/>
    <ds:schemaRef ds:uri="ae9dd6ea-c2e4-4869-976b-8dbce2ea94e0"/>
    <ds:schemaRef ds:uri="http://schemas.microsoft.com/office/2006/documentManagement/types"/>
    <ds:schemaRef ds:uri="231fe8cf-ccc0-454c-9b48-ac3bf72b5807"/>
    <ds:schemaRef ds:uri="2a53a6d5-ab28-44f4-b2f8-9fe72ce3cf60"/>
    <ds:schemaRef ds:uri="http://schemas.microsoft.com/office/2006/metadata/properties"/>
    <ds:schemaRef ds:uri="e8fa93e4-1964-46e1-be8c-6632cc7a73c8"/>
    <ds:schemaRef ds:uri="b6de107f-b694-4e95-8e07-8baf2b5b38b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1_GU_PPTMall_1</Template>
  <TotalTime>84</TotalTime>
  <Words>471</Words>
  <Application>Microsoft Macintosh PowerPoint</Application>
  <PresentationFormat>Bildspel på skärmen (16:9)</PresentationFormat>
  <Paragraphs>85</Paragraphs>
  <Slides>13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2</vt:i4>
      </vt:variant>
      <vt:variant>
        <vt:lpstr>Bildrubriker</vt:lpstr>
      </vt:variant>
      <vt:variant>
        <vt:i4>13</vt:i4>
      </vt:variant>
    </vt:vector>
  </HeadingPairs>
  <TitlesOfParts>
    <vt:vector size="20" baseType="lpstr">
      <vt:lpstr>Arial</vt:lpstr>
      <vt:lpstr>Arial Bold</vt:lpstr>
      <vt:lpstr>Arial Narrow</vt:lpstr>
      <vt:lpstr>Calibri</vt:lpstr>
      <vt:lpstr>Wingdings</vt:lpstr>
      <vt:lpstr>1_GU_PPTMall_1.0_2025-09-07</vt:lpstr>
      <vt:lpstr>2_GU_PPTMall_1.0_2025-09-07</vt:lpstr>
      <vt:lpstr>STA220 Health data and questionnaires </vt:lpstr>
      <vt:lpstr>Anna Grimby-Ekman</vt:lpstr>
      <vt:lpstr>Erik Bülow</vt:lpstr>
      <vt:lpstr>Your background</vt:lpstr>
      <vt:lpstr>We now add</vt:lpstr>
      <vt:lpstr>Schedule</vt:lpstr>
      <vt:lpstr>Please note!</vt:lpstr>
      <vt:lpstr>Activities</vt:lpstr>
      <vt:lpstr>PowerPoint-presentation</vt:lpstr>
      <vt:lpstr>Additional resources</vt:lpstr>
      <vt:lpstr>Examination</vt:lpstr>
      <vt:lpstr>AI-policy</vt:lpstr>
      <vt:lpstr>Canvas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Bülow</dc:creator>
  <cp:keywords>NY PowerPointmall 2025; Mallar visuell identitet</cp:keywords>
  <cp:lastModifiedBy>Erik Bülow</cp:lastModifiedBy>
  <cp:revision>2</cp:revision>
  <dcterms:created xsi:type="dcterms:W3CDTF">2026-01-08T11:14:09Z</dcterms:created>
  <dcterms:modified xsi:type="dcterms:W3CDTF">2026-01-08T12:38:53Z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0x010100231F3DA3D1B7794E85C21759888631A8009DBB18C6CF00B24F95A41F76F18926C1</vt:lpwstr>
  </property>
  <property fmtid="{D5CDD505-2E9C-101B-9397-08002B2CF9AE}" pid="3" name="TaxKeyword">
    <vt:lpwstr>544;#NY PowerPointmall 2025|f215e270-492d-40ef-bc2a-232342d9bde1;#360;#Mallar visuell identitet|640064d2-7f38-4501-b4bf-ec03bcf599df</vt:lpwstr>
  </property>
  <property fmtid="{D5CDD505-2E9C-101B-9397-08002B2CF9AE}" pid="4" name="GU_FormOrganisation">
    <vt:lpwstr>69;#Kommunikationsenheten|d8e4bd47-f9f1-451f-b020-7fd79937fe8c</vt:lpwstr>
  </property>
  <property fmtid="{D5CDD505-2E9C-101B-9397-08002B2CF9AE}" pid="5" name="GU_FormType">
    <vt:lpwstr>111;#Personal|da80f012-349c-4177-a6bd-7ba3c165a3ce</vt:lpwstr>
  </property>
  <property fmtid="{D5CDD505-2E9C-101B-9397-08002B2CF9AE}" pid="6" name="_dlc_DocIdItemGuid">
    <vt:lpwstr>5ff348fb-f5e3-4bda-80d7-7d88ff706227</vt:lpwstr>
  </property>
  <property fmtid="{D5CDD505-2E9C-101B-9397-08002B2CF9AE}" pid="7" name="MediaServiceImageTags">
    <vt:lpwstr/>
  </property>
  <property fmtid="{D5CDD505-2E9C-101B-9397-08002B2CF9AE}" pid="8" name="GU_DocOrganisation">
    <vt:lpwstr>1;#Kommunikationsenheten|d8e4bd47-f9f1-451f-b020-7fd79937fe8c</vt:lpwstr>
  </property>
  <property fmtid="{D5CDD505-2E9C-101B-9397-08002B2CF9AE}" pid="9" name="GU_RecordType">
    <vt:lpwstr/>
  </property>
</Properties>
</file>